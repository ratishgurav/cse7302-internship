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259" r:id="rId2"/>
    <p:sldId id="260" r:id="rId3"/>
    <p:sldId id="270" r:id="rId4"/>
    <p:sldId id="261" r:id="rId5"/>
    <p:sldId id="271" r:id="rId6"/>
    <p:sldId id="262" r:id="rId7"/>
    <p:sldId id="263" r:id="rId8"/>
    <p:sldId id="264" r:id="rId9"/>
    <p:sldId id="265" r:id="rId10"/>
    <p:sldId id="272" r:id="rId11"/>
    <p:sldId id="273" r:id="rId12"/>
    <p:sldId id="274" r:id="rId13"/>
    <p:sldId id="275" r:id="rId14"/>
    <p:sldId id="276" r:id="rId15"/>
    <p:sldId id="277" r:id="rId16"/>
    <p:sldId id="278" r:id="rId17"/>
    <p:sldId id="266" r:id="rId18"/>
    <p:sldId id="267" r:id="rId19"/>
    <p:sldId id="268" r:id="rId20"/>
    <p:sldId id="269"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574" autoAdjust="0"/>
    <p:restoredTop sz="94660"/>
  </p:normalViewPr>
  <p:slideViewPr>
    <p:cSldViewPr snapToGrid="0">
      <p:cViewPr varScale="1">
        <p:scale>
          <a:sx n="89" d="100"/>
          <a:sy n="89" d="100"/>
        </p:scale>
        <p:origin x="57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751524B-FB67-4894-A0C5-35151E149D68}" type="doc">
      <dgm:prSet loTypeId="urn:microsoft.com/office/officeart/2011/layout/InterconnectedBlockProcess" loCatId="process" qsTypeId="urn:microsoft.com/office/officeart/2005/8/quickstyle/simple1" qsCatId="simple" csTypeId="urn:microsoft.com/office/officeart/2005/8/colors/colorful1" csCatId="colorful" phldr="1"/>
      <dgm:spPr/>
      <dgm:t>
        <a:bodyPr/>
        <a:lstStyle/>
        <a:p>
          <a:endParaRPr lang="en-US"/>
        </a:p>
      </dgm:t>
    </dgm:pt>
    <dgm:pt modelId="{988D96B0-D16E-4763-B393-84178CF4FF50}">
      <dgm:prSet phldrT="[Text]"/>
      <dgm:spPr/>
      <dgm:t>
        <a:bodyPr/>
        <a:lstStyle/>
        <a:p>
          <a:r>
            <a:rPr lang="en-US" dirty="0">
              <a:latin typeface="Times New Roman" panose="02020603050405020304" pitchFamily="18" charset="0"/>
              <a:cs typeface="Times New Roman" panose="02020603050405020304" pitchFamily="18" charset="0"/>
            </a:rPr>
            <a:t>Review 1</a:t>
          </a:r>
        </a:p>
      </dgm:t>
    </dgm:pt>
    <dgm:pt modelId="{080A6B9D-C27D-4227-AC65-3C97878D78C4}" type="parTrans" cxnId="{8CB593F6-6C5D-4606-B959-3E27F9872EC1}">
      <dgm:prSet/>
      <dgm:spPr/>
      <dgm:t>
        <a:bodyPr/>
        <a:lstStyle/>
        <a:p>
          <a:endParaRPr lang="en-US"/>
        </a:p>
      </dgm:t>
    </dgm:pt>
    <dgm:pt modelId="{19B27CEC-4BAD-44A7-A9A7-B7A8B23ADCFD}" type="sibTrans" cxnId="{8CB593F6-6C5D-4606-B959-3E27F9872EC1}">
      <dgm:prSet/>
      <dgm:spPr/>
      <dgm:t>
        <a:bodyPr/>
        <a:lstStyle/>
        <a:p>
          <a:endParaRPr lang="en-US"/>
        </a:p>
      </dgm:t>
    </dgm:pt>
    <dgm:pt modelId="{D471E45F-B026-44AA-9616-57E786AE80AF}">
      <dgm:prSet phldrT="[Text]" phldr="0"/>
      <dgm:spPr/>
      <dgm:t>
        <a:bodyPr/>
        <a:lstStyle/>
        <a:p>
          <a:r>
            <a:rPr lang="en-US" dirty="0">
              <a:latin typeface="Times New Roman" panose="02020603050405020304" pitchFamily="18" charset="0"/>
              <a:cs typeface="Times New Roman" panose="02020603050405020304" pitchFamily="18" charset="0"/>
            </a:rPr>
            <a:t>Onboarding,</a:t>
          </a:r>
        </a:p>
        <a:p>
          <a:r>
            <a:rPr lang="en-US" dirty="0">
              <a:latin typeface="Times New Roman" panose="02020603050405020304" pitchFamily="18" charset="0"/>
              <a:cs typeface="Times New Roman" panose="02020603050405020304" pitchFamily="18" charset="0"/>
            </a:rPr>
            <a:t>role and responsibility discussion and  project planning.</a:t>
          </a:r>
        </a:p>
      </dgm:t>
    </dgm:pt>
    <dgm:pt modelId="{326A986D-69A4-4AC0-AD9B-462FFC9C3F18}" type="parTrans" cxnId="{AEE28BEF-3F73-41A5-9307-D42A450FCA17}">
      <dgm:prSet/>
      <dgm:spPr/>
      <dgm:t>
        <a:bodyPr/>
        <a:lstStyle/>
        <a:p>
          <a:endParaRPr lang="en-US"/>
        </a:p>
      </dgm:t>
    </dgm:pt>
    <dgm:pt modelId="{304E70AD-39C7-4C28-BF7B-6EE91BAE97B7}" type="sibTrans" cxnId="{AEE28BEF-3F73-41A5-9307-D42A450FCA17}">
      <dgm:prSet/>
      <dgm:spPr/>
      <dgm:t>
        <a:bodyPr/>
        <a:lstStyle/>
        <a:p>
          <a:endParaRPr lang="en-US"/>
        </a:p>
      </dgm:t>
    </dgm:pt>
    <dgm:pt modelId="{7B3055AA-BF7C-46D0-9A9E-60087B9F57B4}">
      <dgm:prSet phldrT="[Text]"/>
      <dgm:spPr/>
      <dgm:t>
        <a:bodyPr/>
        <a:lstStyle/>
        <a:p>
          <a:r>
            <a:rPr lang="en-US" dirty="0">
              <a:latin typeface="Times New Roman" panose="02020603050405020304" pitchFamily="18" charset="0"/>
              <a:cs typeface="Times New Roman" panose="02020603050405020304" pitchFamily="18" charset="0"/>
            </a:rPr>
            <a:t>Review 2</a:t>
          </a:r>
        </a:p>
      </dgm:t>
    </dgm:pt>
    <dgm:pt modelId="{F772EF41-D2BB-4368-8327-B4E332165F48}" type="parTrans" cxnId="{6C7D4BBB-EED6-4011-9FBC-87F683D5B245}">
      <dgm:prSet/>
      <dgm:spPr/>
      <dgm:t>
        <a:bodyPr/>
        <a:lstStyle/>
        <a:p>
          <a:endParaRPr lang="en-US"/>
        </a:p>
      </dgm:t>
    </dgm:pt>
    <dgm:pt modelId="{B81593E2-4CAC-4783-8D2D-E9DDD236A942}" type="sibTrans" cxnId="{6C7D4BBB-EED6-4011-9FBC-87F683D5B245}">
      <dgm:prSet/>
      <dgm:spPr/>
      <dgm:t>
        <a:bodyPr/>
        <a:lstStyle/>
        <a:p>
          <a:endParaRPr lang="en-US"/>
        </a:p>
      </dgm:t>
    </dgm:pt>
    <dgm:pt modelId="{9FED87C4-3F3B-4A18-9185-9F80CFEDEA2E}">
      <dgm:prSet phldrT="[Text]" phldr="0"/>
      <dgm:spPr/>
      <dgm:t>
        <a:bodyPr/>
        <a:lstStyle/>
        <a:p>
          <a:r>
            <a:rPr lang="en-US" dirty="0"/>
            <a:t>Requirement analysis, system design approval, and frontend prototyping.</a:t>
          </a:r>
          <a:endParaRPr lang="en-US" dirty="0">
            <a:latin typeface="Times New Roman" panose="02020603050405020304" pitchFamily="18" charset="0"/>
            <a:cs typeface="Times New Roman" panose="02020603050405020304" pitchFamily="18" charset="0"/>
          </a:endParaRPr>
        </a:p>
      </dgm:t>
    </dgm:pt>
    <dgm:pt modelId="{669F5586-1E47-4A85-AA72-0E435BABD665}" type="parTrans" cxnId="{27611794-B6EF-4593-A560-02BF7692DC5A}">
      <dgm:prSet/>
      <dgm:spPr/>
      <dgm:t>
        <a:bodyPr/>
        <a:lstStyle/>
        <a:p>
          <a:endParaRPr lang="en-US"/>
        </a:p>
      </dgm:t>
    </dgm:pt>
    <dgm:pt modelId="{AD0D1882-5210-4A49-9875-4AAC43595580}" type="sibTrans" cxnId="{27611794-B6EF-4593-A560-02BF7692DC5A}">
      <dgm:prSet/>
      <dgm:spPr/>
      <dgm:t>
        <a:bodyPr/>
        <a:lstStyle/>
        <a:p>
          <a:endParaRPr lang="en-US"/>
        </a:p>
      </dgm:t>
    </dgm:pt>
    <dgm:pt modelId="{A59EC69B-8F3F-425B-819F-E8C557946AEE}">
      <dgm:prSet phldrT="[Text]"/>
      <dgm:spPr/>
      <dgm:t>
        <a:bodyPr/>
        <a:lstStyle/>
        <a:p>
          <a:r>
            <a:rPr lang="en-US" dirty="0">
              <a:latin typeface="Times New Roman" panose="02020603050405020304" pitchFamily="18" charset="0"/>
              <a:cs typeface="Times New Roman" panose="02020603050405020304" pitchFamily="18" charset="0"/>
            </a:rPr>
            <a:t>Review 3</a:t>
          </a:r>
        </a:p>
      </dgm:t>
    </dgm:pt>
    <dgm:pt modelId="{0095C3CB-916F-4060-A8DA-DD282FB51587}" type="parTrans" cxnId="{D1BA1DD0-A52A-47BF-962D-9810C87E1576}">
      <dgm:prSet/>
      <dgm:spPr/>
      <dgm:t>
        <a:bodyPr/>
        <a:lstStyle/>
        <a:p>
          <a:endParaRPr lang="en-US"/>
        </a:p>
      </dgm:t>
    </dgm:pt>
    <dgm:pt modelId="{2868AD8D-4E38-46CE-A972-709857BF40AC}" type="sibTrans" cxnId="{D1BA1DD0-A52A-47BF-962D-9810C87E1576}">
      <dgm:prSet/>
      <dgm:spPr/>
      <dgm:t>
        <a:bodyPr/>
        <a:lstStyle/>
        <a:p>
          <a:endParaRPr lang="en-US"/>
        </a:p>
      </dgm:t>
    </dgm:pt>
    <dgm:pt modelId="{73DB572E-062D-41AD-8033-D361B8E583DB}">
      <dgm:prSet phldrT="[Text]"/>
      <dgm:spPr/>
      <dgm:t>
        <a:bodyPr/>
        <a:lstStyle/>
        <a:p>
          <a:pPr>
            <a:buNone/>
          </a:pPr>
          <a:r>
            <a:rPr lang="en-US" dirty="0"/>
            <a:t>Backend development, database deployment, and core AI module integration.</a:t>
          </a:r>
        </a:p>
        <a:p>
          <a:pPr>
            <a:buNone/>
          </a:pPr>
          <a:endParaRPr lang="en-US" dirty="0">
            <a:latin typeface="Times New Roman" panose="02020603050405020304" pitchFamily="18" charset="0"/>
            <a:cs typeface="Times New Roman" panose="02020603050405020304" pitchFamily="18" charset="0"/>
          </a:endParaRPr>
        </a:p>
      </dgm:t>
    </dgm:pt>
    <dgm:pt modelId="{75D01B62-D132-48B8-9D06-D0A551A21107}" type="parTrans" cxnId="{AA17007A-110D-43AE-B6F2-DF2DF885F2E2}">
      <dgm:prSet/>
      <dgm:spPr/>
      <dgm:t>
        <a:bodyPr/>
        <a:lstStyle/>
        <a:p>
          <a:endParaRPr lang="en-US"/>
        </a:p>
      </dgm:t>
    </dgm:pt>
    <dgm:pt modelId="{98BDB650-3386-4D3D-8E80-609010499291}" type="sibTrans" cxnId="{AA17007A-110D-43AE-B6F2-DF2DF885F2E2}">
      <dgm:prSet/>
      <dgm:spPr/>
      <dgm:t>
        <a:bodyPr/>
        <a:lstStyle/>
        <a:p>
          <a:endParaRPr lang="en-US"/>
        </a:p>
      </dgm:t>
    </dgm:pt>
    <dgm:pt modelId="{5E92505A-51E0-4F78-B3C5-704ACF8710DE}">
      <dgm:prSet phldrT="[Text]"/>
      <dgm:spPr/>
      <dgm:t>
        <a:bodyPr/>
        <a:lstStyle/>
        <a:p>
          <a:r>
            <a:rPr lang="en-US" dirty="0">
              <a:latin typeface="Times New Roman" panose="02020603050405020304" pitchFamily="18" charset="0"/>
              <a:cs typeface="Times New Roman" panose="02020603050405020304" pitchFamily="18" charset="0"/>
            </a:rPr>
            <a:t>Review 4</a:t>
          </a:r>
        </a:p>
      </dgm:t>
    </dgm:pt>
    <dgm:pt modelId="{765B1266-7CE2-4F9C-AE38-D97DFBC1B151}" type="parTrans" cxnId="{DA8CD5E8-B2EE-41E4-8EC6-CFB41D688F68}">
      <dgm:prSet/>
      <dgm:spPr/>
      <dgm:t>
        <a:bodyPr/>
        <a:lstStyle/>
        <a:p>
          <a:endParaRPr lang="en-US"/>
        </a:p>
      </dgm:t>
    </dgm:pt>
    <dgm:pt modelId="{5E9E6A6F-635A-4791-A107-01E95B62EA08}" type="sibTrans" cxnId="{DA8CD5E8-B2EE-41E4-8EC6-CFB41D688F68}">
      <dgm:prSet/>
      <dgm:spPr/>
      <dgm:t>
        <a:bodyPr/>
        <a:lstStyle/>
        <a:p>
          <a:endParaRPr lang="en-US"/>
        </a:p>
      </dgm:t>
    </dgm:pt>
    <dgm:pt modelId="{65C051F6-A849-4495-A964-CD4C650B9C06}">
      <dgm:prSet phldrT="[Text]"/>
      <dgm:spPr/>
      <dgm:t>
        <a:bodyPr/>
        <a:lstStyle/>
        <a:p>
          <a:r>
            <a:rPr lang="en-US" dirty="0">
              <a:latin typeface="Times New Roman" panose="02020603050405020304" pitchFamily="18" charset="0"/>
              <a:cs typeface="Times New Roman" panose="02020603050405020304" pitchFamily="18" charset="0"/>
            </a:rPr>
            <a:t>Final Review</a:t>
          </a:r>
        </a:p>
      </dgm:t>
    </dgm:pt>
    <dgm:pt modelId="{C24738E5-1547-4D8D-A2CE-64D703ECDF78}" type="parTrans" cxnId="{521FD508-C5FD-4804-AFDC-D1FF9945B211}">
      <dgm:prSet/>
      <dgm:spPr/>
      <dgm:t>
        <a:bodyPr/>
        <a:lstStyle/>
        <a:p>
          <a:endParaRPr lang="en-US"/>
        </a:p>
      </dgm:t>
    </dgm:pt>
    <dgm:pt modelId="{196A2EB9-DD96-4630-B699-7AF000340374}" type="sibTrans" cxnId="{521FD508-C5FD-4804-AFDC-D1FF9945B211}">
      <dgm:prSet/>
      <dgm:spPr/>
      <dgm:t>
        <a:bodyPr/>
        <a:lstStyle/>
        <a:p>
          <a:endParaRPr lang="en-US"/>
        </a:p>
      </dgm:t>
    </dgm:pt>
    <dgm:pt modelId="{A6BCDA7B-D633-438F-B44D-CB4D60E5C492}" type="pres">
      <dgm:prSet presAssocID="{5751524B-FB67-4894-A0C5-35151E149D68}" presName="Name0" presStyleCnt="0">
        <dgm:presLayoutVars>
          <dgm:chMax val="7"/>
          <dgm:chPref val="5"/>
          <dgm:dir/>
          <dgm:animOne val="branch"/>
          <dgm:animLvl val="lvl"/>
        </dgm:presLayoutVars>
      </dgm:prSet>
      <dgm:spPr/>
    </dgm:pt>
    <dgm:pt modelId="{0EA92EC0-9C6F-4663-B822-B1E8E3DCB13B}" type="pres">
      <dgm:prSet presAssocID="{65C051F6-A849-4495-A964-CD4C650B9C06}" presName="ChildAccent5" presStyleCnt="0"/>
      <dgm:spPr/>
    </dgm:pt>
    <dgm:pt modelId="{8CAE5A4D-0C7B-48A6-917B-0B8433D0574B}" type="pres">
      <dgm:prSet presAssocID="{65C051F6-A849-4495-A964-CD4C650B9C06}" presName="ChildAccent" presStyleLbl="alignImgPlace1" presStyleIdx="0" presStyleCnt="5"/>
      <dgm:spPr/>
    </dgm:pt>
    <dgm:pt modelId="{928B615F-0F8D-4140-A638-0FBB8F5BF1E9}" type="pres">
      <dgm:prSet presAssocID="{65C051F6-A849-4495-A964-CD4C650B9C06}" presName="Child5" presStyleLbl="revTx" presStyleIdx="0" presStyleCnt="0">
        <dgm:presLayoutVars>
          <dgm:chMax val="0"/>
          <dgm:chPref val="0"/>
          <dgm:bulletEnabled val="1"/>
        </dgm:presLayoutVars>
      </dgm:prSet>
      <dgm:spPr/>
    </dgm:pt>
    <dgm:pt modelId="{C73DE52A-2F45-45E6-AD0E-D5BEAF609F8E}" type="pres">
      <dgm:prSet presAssocID="{65C051F6-A849-4495-A964-CD4C650B9C06}" presName="Parent5" presStyleLbl="node1" presStyleIdx="0" presStyleCnt="5">
        <dgm:presLayoutVars>
          <dgm:chMax val="2"/>
          <dgm:chPref val="1"/>
          <dgm:bulletEnabled val="1"/>
        </dgm:presLayoutVars>
      </dgm:prSet>
      <dgm:spPr/>
    </dgm:pt>
    <dgm:pt modelId="{EA3B7F60-AEEC-41A8-8A2C-D3679EFCD073}" type="pres">
      <dgm:prSet presAssocID="{5E92505A-51E0-4F78-B3C5-704ACF8710DE}" presName="ChildAccent4" presStyleCnt="0"/>
      <dgm:spPr/>
    </dgm:pt>
    <dgm:pt modelId="{FC0F1314-3294-4A8C-8DCE-EB53E236164C}" type="pres">
      <dgm:prSet presAssocID="{5E92505A-51E0-4F78-B3C5-704ACF8710DE}" presName="ChildAccent" presStyleLbl="alignImgPlace1" presStyleIdx="1" presStyleCnt="5"/>
      <dgm:spPr/>
    </dgm:pt>
    <dgm:pt modelId="{98225A61-A0EC-450A-BED8-EF2E47E8FD18}" type="pres">
      <dgm:prSet presAssocID="{5E92505A-51E0-4F78-B3C5-704ACF8710DE}" presName="Child4" presStyleLbl="revTx" presStyleIdx="0" presStyleCnt="0">
        <dgm:presLayoutVars>
          <dgm:chMax val="0"/>
          <dgm:chPref val="0"/>
          <dgm:bulletEnabled val="1"/>
        </dgm:presLayoutVars>
      </dgm:prSet>
      <dgm:spPr/>
    </dgm:pt>
    <dgm:pt modelId="{2AAD338D-3122-4454-9A67-16BE024D44E3}" type="pres">
      <dgm:prSet presAssocID="{5E92505A-51E0-4F78-B3C5-704ACF8710DE}" presName="Parent4" presStyleLbl="node1" presStyleIdx="1" presStyleCnt="5">
        <dgm:presLayoutVars>
          <dgm:chMax val="2"/>
          <dgm:chPref val="1"/>
          <dgm:bulletEnabled val="1"/>
        </dgm:presLayoutVars>
      </dgm:prSet>
      <dgm:spPr/>
    </dgm:pt>
    <dgm:pt modelId="{96AFCF47-32CA-4C44-9E3C-782007B7112E}" type="pres">
      <dgm:prSet presAssocID="{A59EC69B-8F3F-425B-819F-E8C557946AEE}" presName="ChildAccent3" presStyleCnt="0"/>
      <dgm:spPr/>
    </dgm:pt>
    <dgm:pt modelId="{2532504F-5FE1-4C97-B485-F05E8885EACC}" type="pres">
      <dgm:prSet presAssocID="{A59EC69B-8F3F-425B-819F-E8C557946AEE}" presName="ChildAccent" presStyleLbl="alignImgPlace1" presStyleIdx="2" presStyleCnt="5"/>
      <dgm:spPr/>
    </dgm:pt>
    <dgm:pt modelId="{0D08ED52-6744-4369-B780-916B09984775}" type="pres">
      <dgm:prSet presAssocID="{A59EC69B-8F3F-425B-819F-E8C557946AEE}" presName="Child3" presStyleLbl="revTx" presStyleIdx="0" presStyleCnt="0">
        <dgm:presLayoutVars>
          <dgm:chMax val="0"/>
          <dgm:chPref val="0"/>
          <dgm:bulletEnabled val="1"/>
        </dgm:presLayoutVars>
      </dgm:prSet>
      <dgm:spPr/>
    </dgm:pt>
    <dgm:pt modelId="{4C66D42D-7E6D-4563-AFDC-369C30B73F70}" type="pres">
      <dgm:prSet presAssocID="{A59EC69B-8F3F-425B-819F-E8C557946AEE}" presName="Parent3" presStyleLbl="node1" presStyleIdx="2" presStyleCnt="5">
        <dgm:presLayoutVars>
          <dgm:chMax val="2"/>
          <dgm:chPref val="1"/>
          <dgm:bulletEnabled val="1"/>
        </dgm:presLayoutVars>
      </dgm:prSet>
      <dgm:spPr/>
    </dgm:pt>
    <dgm:pt modelId="{C1269CE6-C767-48CC-AAFD-A238D1FFDABA}" type="pres">
      <dgm:prSet presAssocID="{7B3055AA-BF7C-46D0-9A9E-60087B9F57B4}" presName="ChildAccent2" presStyleCnt="0"/>
      <dgm:spPr/>
    </dgm:pt>
    <dgm:pt modelId="{06F8D57B-EDF4-4CF4-8700-DC2CA3E3028E}" type="pres">
      <dgm:prSet presAssocID="{7B3055AA-BF7C-46D0-9A9E-60087B9F57B4}" presName="ChildAccent" presStyleLbl="alignImgPlace1" presStyleIdx="3" presStyleCnt="5"/>
      <dgm:spPr/>
    </dgm:pt>
    <dgm:pt modelId="{6BCCFBA6-7A43-4631-AD7F-AFB10E1E6CD7}" type="pres">
      <dgm:prSet presAssocID="{7B3055AA-BF7C-46D0-9A9E-60087B9F57B4}" presName="Child2" presStyleLbl="revTx" presStyleIdx="0" presStyleCnt="0">
        <dgm:presLayoutVars>
          <dgm:chMax val="0"/>
          <dgm:chPref val="0"/>
          <dgm:bulletEnabled val="1"/>
        </dgm:presLayoutVars>
      </dgm:prSet>
      <dgm:spPr/>
    </dgm:pt>
    <dgm:pt modelId="{00BB3360-A9BB-4051-A4B1-1216F82F642C}" type="pres">
      <dgm:prSet presAssocID="{7B3055AA-BF7C-46D0-9A9E-60087B9F57B4}" presName="Parent2" presStyleLbl="node1" presStyleIdx="3" presStyleCnt="5">
        <dgm:presLayoutVars>
          <dgm:chMax val="2"/>
          <dgm:chPref val="1"/>
          <dgm:bulletEnabled val="1"/>
        </dgm:presLayoutVars>
      </dgm:prSet>
      <dgm:spPr/>
    </dgm:pt>
    <dgm:pt modelId="{7305DF14-0FF5-45E4-8B19-015814092DBD}" type="pres">
      <dgm:prSet presAssocID="{988D96B0-D16E-4763-B393-84178CF4FF50}" presName="ChildAccent1" presStyleCnt="0"/>
      <dgm:spPr/>
    </dgm:pt>
    <dgm:pt modelId="{A134CDD1-D85F-44EF-8BEE-9F99A855C1E6}" type="pres">
      <dgm:prSet presAssocID="{988D96B0-D16E-4763-B393-84178CF4FF50}" presName="ChildAccent" presStyleLbl="alignImgPlace1" presStyleIdx="4" presStyleCnt="5"/>
      <dgm:spPr/>
    </dgm:pt>
    <dgm:pt modelId="{1C91D7E3-8940-4A33-9182-677DD5415901}" type="pres">
      <dgm:prSet presAssocID="{988D96B0-D16E-4763-B393-84178CF4FF50}" presName="Child1" presStyleLbl="revTx" presStyleIdx="0" presStyleCnt="0">
        <dgm:presLayoutVars>
          <dgm:chMax val="0"/>
          <dgm:chPref val="0"/>
          <dgm:bulletEnabled val="1"/>
        </dgm:presLayoutVars>
      </dgm:prSet>
      <dgm:spPr/>
    </dgm:pt>
    <dgm:pt modelId="{65257024-FAC0-4522-B139-1CC85B547BE8}" type="pres">
      <dgm:prSet presAssocID="{988D96B0-D16E-4763-B393-84178CF4FF50}" presName="Parent1" presStyleLbl="node1" presStyleIdx="4" presStyleCnt="5">
        <dgm:presLayoutVars>
          <dgm:chMax val="2"/>
          <dgm:chPref val="1"/>
          <dgm:bulletEnabled val="1"/>
        </dgm:presLayoutVars>
      </dgm:prSet>
      <dgm:spPr/>
    </dgm:pt>
  </dgm:ptLst>
  <dgm:cxnLst>
    <dgm:cxn modelId="{E6B70501-CFCB-4D4A-94BE-F63036069196}" type="presOf" srcId="{5751524B-FB67-4894-A0C5-35151E149D68}" destId="{A6BCDA7B-D633-438F-B44D-CB4D60E5C492}" srcOrd="0" destOrd="0" presId="urn:microsoft.com/office/officeart/2011/layout/InterconnectedBlockProcess"/>
    <dgm:cxn modelId="{521FD508-C5FD-4804-AFDC-D1FF9945B211}" srcId="{5751524B-FB67-4894-A0C5-35151E149D68}" destId="{65C051F6-A849-4495-A964-CD4C650B9C06}" srcOrd="4" destOrd="0" parTransId="{C24738E5-1547-4D8D-A2CE-64D703ECDF78}" sibTransId="{196A2EB9-DD96-4630-B699-7AF000340374}"/>
    <dgm:cxn modelId="{E94CD512-E47E-4B2A-8B42-1BBD0CE921B4}" type="presOf" srcId="{D471E45F-B026-44AA-9616-57E786AE80AF}" destId="{A134CDD1-D85F-44EF-8BEE-9F99A855C1E6}" srcOrd="0" destOrd="0" presId="urn:microsoft.com/office/officeart/2011/layout/InterconnectedBlockProcess"/>
    <dgm:cxn modelId="{DCBBD912-689F-4398-945B-50D7C906D480}" type="presOf" srcId="{65C051F6-A849-4495-A964-CD4C650B9C06}" destId="{C73DE52A-2F45-45E6-AD0E-D5BEAF609F8E}" srcOrd="0" destOrd="0" presId="urn:microsoft.com/office/officeart/2011/layout/InterconnectedBlockProcess"/>
    <dgm:cxn modelId="{A6532C16-AFEE-4EEA-891E-F5DAB7412E13}" type="presOf" srcId="{73DB572E-062D-41AD-8033-D361B8E583DB}" destId="{2532504F-5FE1-4C97-B485-F05E8885EACC}" srcOrd="0" destOrd="0" presId="urn:microsoft.com/office/officeart/2011/layout/InterconnectedBlockProcess"/>
    <dgm:cxn modelId="{14271021-8784-4688-96FE-21B4F9A3C855}" type="presOf" srcId="{A59EC69B-8F3F-425B-819F-E8C557946AEE}" destId="{4C66D42D-7E6D-4563-AFDC-369C30B73F70}" srcOrd="0" destOrd="0" presId="urn:microsoft.com/office/officeart/2011/layout/InterconnectedBlockProcess"/>
    <dgm:cxn modelId="{BD4D063F-4481-4272-86B1-D2EA110CC162}" type="presOf" srcId="{73DB572E-062D-41AD-8033-D361B8E583DB}" destId="{0D08ED52-6744-4369-B780-916B09984775}" srcOrd="1" destOrd="0" presId="urn:microsoft.com/office/officeart/2011/layout/InterconnectedBlockProcess"/>
    <dgm:cxn modelId="{58E76652-C24F-44B0-96A9-DDF4DA4C870A}" type="presOf" srcId="{7B3055AA-BF7C-46D0-9A9E-60087B9F57B4}" destId="{00BB3360-A9BB-4051-A4B1-1216F82F642C}" srcOrd="0" destOrd="0" presId="urn:microsoft.com/office/officeart/2011/layout/InterconnectedBlockProcess"/>
    <dgm:cxn modelId="{AA17007A-110D-43AE-B6F2-DF2DF885F2E2}" srcId="{A59EC69B-8F3F-425B-819F-E8C557946AEE}" destId="{73DB572E-062D-41AD-8033-D361B8E583DB}" srcOrd="0" destOrd="0" parTransId="{75D01B62-D132-48B8-9D06-D0A551A21107}" sibTransId="{98BDB650-3386-4D3D-8E80-609010499291}"/>
    <dgm:cxn modelId="{5C3C918A-4C4A-4DEB-924A-CC330C09FB27}" type="presOf" srcId="{5E92505A-51E0-4F78-B3C5-704ACF8710DE}" destId="{2AAD338D-3122-4454-9A67-16BE024D44E3}" srcOrd="0" destOrd="0" presId="urn:microsoft.com/office/officeart/2011/layout/InterconnectedBlockProcess"/>
    <dgm:cxn modelId="{27611794-B6EF-4593-A560-02BF7692DC5A}" srcId="{7B3055AA-BF7C-46D0-9A9E-60087B9F57B4}" destId="{9FED87C4-3F3B-4A18-9185-9F80CFEDEA2E}" srcOrd="0" destOrd="0" parTransId="{669F5586-1E47-4A85-AA72-0E435BABD665}" sibTransId="{AD0D1882-5210-4A49-9875-4AAC43595580}"/>
    <dgm:cxn modelId="{940B4C9B-D5E4-4E48-A872-B455F86EA2F7}" type="presOf" srcId="{D471E45F-B026-44AA-9616-57E786AE80AF}" destId="{1C91D7E3-8940-4A33-9182-677DD5415901}" srcOrd="1" destOrd="0" presId="urn:microsoft.com/office/officeart/2011/layout/InterconnectedBlockProcess"/>
    <dgm:cxn modelId="{25C83D9F-B12A-43EF-8599-6589093E1A69}" type="presOf" srcId="{9FED87C4-3F3B-4A18-9185-9F80CFEDEA2E}" destId="{06F8D57B-EDF4-4CF4-8700-DC2CA3E3028E}" srcOrd="0" destOrd="0" presId="urn:microsoft.com/office/officeart/2011/layout/InterconnectedBlockProcess"/>
    <dgm:cxn modelId="{AD0A74B8-550A-4F0D-9A26-ADB7CD7A34B7}" type="presOf" srcId="{988D96B0-D16E-4763-B393-84178CF4FF50}" destId="{65257024-FAC0-4522-B139-1CC85B547BE8}" srcOrd="0" destOrd="0" presId="urn:microsoft.com/office/officeart/2011/layout/InterconnectedBlockProcess"/>
    <dgm:cxn modelId="{6C7D4BBB-EED6-4011-9FBC-87F683D5B245}" srcId="{5751524B-FB67-4894-A0C5-35151E149D68}" destId="{7B3055AA-BF7C-46D0-9A9E-60087B9F57B4}" srcOrd="1" destOrd="0" parTransId="{F772EF41-D2BB-4368-8327-B4E332165F48}" sibTransId="{B81593E2-4CAC-4783-8D2D-E9DDD236A942}"/>
    <dgm:cxn modelId="{D1BA1DD0-A52A-47BF-962D-9810C87E1576}" srcId="{5751524B-FB67-4894-A0C5-35151E149D68}" destId="{A59EC69B-8F3F-425B-819F-E8C557946AEE}" srcOrd="2" destOrd="0" parTransId="{0095C3CB-916F-4060-A8DA-DD282FB51587}" sibTransId="{2868AD8D-4E38-46CE-A972-709857BF40AC}"/>
    <dgm:cxn modelId="{D95A05E5-1205-4AD1-9AA3-74CA7A4B9EF2}" type="presOf" srcId="{9FED87C4-3F3B-4A18-9185-9F80CFEDEA2E}" destId="{6BCCFBA6-7A43-4631-AD7F-AFB10E1E6CD7}" srcOrd="1" destOrd="0" presId="urn:microsoft.com/office/officeart/2011/layout/InterconnectedBlockProcess"/>
    <dgm:cxn modelId="{DA8CD5E8-B2EE-41E4-8EC6-CFB41D688F68}" srcId="{5751524B-FB67-4894-A0C5-35151E149D68}" destId="{5E92505A-51E0-4F78-B3C5-704ACF8710DE}" srcOrd="3" destOrd="0" parTransId="{765B1266-7CE2-4F9C-AE38-D97DFBC1B151}" sibTransId="{5E9E6A6F-635A-4791-A107-01E95B62EA08}"/>
    <dgm:cxn modelId="{AEE28BEF-3F73-41A5-9307-D42A450FCA17}" srcId="{988D96B0-D16E-4763-B393-84178CF4FF50}" destId="{D471E45F-B026-44AA-9616-57E786AE80AF}" srcOrd="0" destOrd="0" parTransId="{326A986D-69A4-4AC0-AD9B-462FFC9C3F18}" sibTransId="{304E70AD-39C7-4C28-BF7B-6EE91BAE97B7}"/>
    <dgm:cxn modelId="{8CB593F6-6C5D-4606-B959-3E27F9872EC1}" srcId="{5751524B-FB67-4894-A0C5-35151E149D68}" destId="{988D96B0-D16E-4763-B393-84178CF4FF50}" srcOrd="0" destOrd="0" parTransId="{080A6B9D-C27D-4227-AC65-3C97878D78C4}" sibTransId="{19B27CEC-4BAD-44A7-A9A7-B7A8B23ADCFD}"/>
    <dgm:cxn modelId="{BA3911EC-283D-4FE0-BD2A-4C3459371EE9}" type="presParOf" srcId="{A6BCDA7B-D633-438F-B44D-CB4D60E5C492}" destId="{0EA92EC0-9C6F-4663-B822-B1E8E3DCB13B}" srcOrd="0" destOrd="0" presId="urn:microsoft.com/office/officeart/2011/layout/InterconnectedBlockProcess"/>
    <dgm:cxn modelId="{1EDBEF38-7069-4A80-88A4-D49C02CAA5E4}" type="presParOf" srcId="{0EA92EC0-9C6F-4663-B822-B1E8E3DCB13B}" destId="{8CAE5A4D-0C7B-48A6-917B-0B8433D0574B}" srcOrd="0" destOrd="0" presId="urn:microsoft.com/office/officeart/2011/layout/InterconnectedBlockProcess"/>
    <dgm:cxn modelId="{FD95BC11-BC93-47BA-B283-371C099AF1AD}" type="presParOf" srcId="{A6BCDA7B-D633-438F-B44D-CB4D60E5C492}" destId="{928B615F-0F8D-4140-A638-0FBB8F5BF1E9}" srcOrd="1" destOrd="0" presId="urn:microsoft.com/office/officeart/2011/layout/InterconnectedBlockProcess"/>
    <dgm:cxn modelId="{A02166CE-2B20-436D-AF28-8342A22134F7}" type="presParOf" srcId="{A6BCDA7B-D633-438F-B44D-CB4D60E5C492}" destId="{C73DE52A-2F45-45E6-AD0E-D5BEAF609F8E}" srcOrd="2" destOrd="0" presId="urn:microsoft.com/office/officeart/2011/layout/InterconnectedBlockProcess"/>
    <dgm:cxn modelId="{EF68827D-5F4A-488B-9569-C6B84C6E22B2}" type="presParOf" srcId="{A6BCDA7B-D633-438F-B44D-CB4D60E5C492}" destId="{EA3B7F60-AEEC-41A8-8A2C-D3679EFCD073}" srcOrd="3" destOrd="0" presId="urn:microsoft.com/office/officeart/2011/layout/InterconnectedBlockProcess"/>
    <dgm:cxn modelId="{AA6818F2-EB06-4F0B-AB64-08A61B86B1F5}" type="presParOf" srcId="{EA3B7F60-AEEC-41A8-8A2C-D3679EFCD073}" destId="{FC0F1314-3294-4A8C-8DCE-EB53E236164C}" srcOrd="0" destOrd="0" presId="urn:microsoft.com/office/officeart/2011/layout/InterconnectedBlockProcess"/>
    <dgm:cxn modelId="{515B5789-A9FD-48CC-AEC5-3887D1DCB166}" type="presParOf" srcId="{A6BCDA7B-D633-438F-B44D-CB4D60E5C492}" destId="{98225A61-A0EC-450A-BED8-EF2E47E8FD18}" srcOrd="4" destOrd="0" presId="urn:microsoft.com/office/officeart/2011/layout/InterconnectedBlockProcess"/>
    <dgm:cxn modelId="{EC041B1B-950E-47B0-AC02-75FE785BC810}" type="presParOf" srcId="{A6BCDA7B-D633-438F-B44D-CB4D60E5C492}" destId="{2AAD338D-3122-4454-9A67-16BE024D44E3}" srcOrd="5" destOrd="0" presId="urn:microsoft.com/office/officeart/2011/layout/InterconnectedBlockProcess"/>
    <dgm:cxn modelId="{3432AE63-9FD1-4BC7-9DEF-3B96DC1D18B6}" type="presParOf" srcId="{A6BCDA7B-D633-438F-B44D-CB4D60E5C492}" destId="{96AFCF47-32CA-4C44-9E3C-782007B7112E}" srcOrd="6" destOrd="0" presId="urn:microsoft.com/office/officeart/2011/layout/InterconnectedBlockProcess"/>
    <dgm:cxn modelId="{923E99A6-341B-451C-8867-E92FC25AC53B}" type="presParOf" srcId="{96AFCF47-32CA-4C44-9E3C-782007B7112E}" destId="{2532504F-5FE1-4C97-B485-F05E8885EACC}" srcOrd="0" destOrd="0" presId="urn:microsoft.com/office/officeart/2011/layout/InterconnectedBlockProcess"/>
    <dgm:cxn modelId="{D722F7D5-C052-4884-8CB8-8D1A48BD812B}" type="presParOf" srcId="{A6BCDA7B-D633-438F-B44D-CB4D60E5C492}" destId="{0D08ED52-6744-4369-B780-916B09984775}" srcOrd="7" destOrd="0" presId="urn:microsoft.com/office/officeart/2011/layout/InterconnectedBlockProcess"/>
    <dgm:cxn modelId="{3AD2F176-129A-4447-ADA9-E3E89DF9D891}" type="presParOf" srcId="{A6BCDA7B-D633-438F-B44D-CB4D60E5C492}" destId="{4C66D42D-7E6D-4563-AFDC-369C30B73F70}" srcOrd="8" destOrd="0" presId="urn:microsoft.com/office/officeart/2011/layout/InterconnectedBlockProcess"/>
    <dgm:cxn modelId="{D208DA9D-BE25-4BF1-B0BD-F2F14E865E97}" type="presParOf" srcId="{A6BCDA7B-D633-438F-B44D-CB4D60E5C492}" destId="{C1269CE6-C767-48CC-AAFD-A238D1FFDABA}" srcOrd="9" destOrd="0" presId="urn:microsoft.com/office/officeart/2011/layout/InterconnectedBlockProcess"/>
    <dgm:cxn modelId="{2AC68A3D-1C33-40F1-A5CE-D5AFE03E40CC}" type="presParOf" srcId="{C1269CE6-C767-48CC-AAFD-A238D1FFDABA}" destId="{06F8D57B-EDF4-4CF4-8700-DC2CA3E3028E}" srcOrd="0" destOrd="0" presId="urn:microsoft.com/office/officeart/2011/layout/InterconnectedBlockProcess"/>
    <dgm:cxn modelId="{1AC84B5C-9F91-4220-9E7F-5BE6D44EABB4}" type="presParOf" srcId="{A6BCDA7B-D633-438F-B44D-CB4D60E5C492}" destId="{6BCCFBA6-7A43-4631-AD7F-AFB10E1E6CD7}" srcOrd="10" destOrd="0" presId="urn:microsoft.com/office/officeart/2011/layout/InterconnectedBlockProcess"/>
    <dgm:cxn modelId="{4D501E81-798D-4E10-9739-3749808FDBE7}" type="presParOf" srcId="{A6BCDA7B-D633-438F-B44D-CB4D60E5C492}" destId="{00BB3360-A9BB-4051-A4B1-1216F82F642C}" srcOrd="11" destOrd="0" presId="urn:microsoft.com/office/officeart/2011/layout/InterconnectedBlockProcess"/>
    <dgm:cxn modelId="{61C4626E-22F6-45E2-856C-8C7D72EEE8E3}" type="presParOf" srcId="{A6BCDA7B-D633-438F-B44D-CB4D60E5C492}" destId="{7305DF14-0FF5-45E4-8B19-015814092DBD}" srcOrd="12" destOrd="0" presId="urn:microsoft.com/office/officeart/2011/layout/InterconnectedBlockProcess"/>
    <dgm:cxn modelId="{40E047E4-8B96-4BE3-A685-38A19A4860FE}" type="presParOf" srcId="{7305DF14-0FF5-45E4-8B19-015814092DBD}" destId="{A134CDD1-D85F-44EF-8BEE-9F99A855C1E6}" srcOrd="0" destOrd="0" presId="urn:microsoft.com/office/officeart/2011/layout/InterconnectedBlockProcess"/>
    <dgm:cxn modelId="{7D071F6A-A4AA-4BFF-AC77-DA71956DD8F9}" type="presParOf" srcId="{A6BCDA7B-D633-438F-B44D-CB4D60E5C492}" destId="{1C91D7E3-8940-4A33-9182-677DD5415901}" srcOrd="13" destOrd="0" presId="urn:microsoft.com/office/officeart/2011/layout/InterconnectedBlockProcess"/>
    <dgm:cxn modelId="{189850BB-B69B-4D35-82C0-6BC106290228}" type="presParOf" srcId="{A6BCDA7B-D633-438F-B44D-CB4D60E5C492}" destId="{65257024-FAC0-4522-B139-1CC85B547BE8}" srcOrd="14" destOrd="0" presId="urn:microsoft.com/office/officeart/2011/layout/InterconnectedBlock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CAE5A4D-0C7B-48A6-917B-0B8433D0574B}">
      <dsp:nvSpPr>
        <dsp:cNvPr id="0" name=""/>
        <dsp:cNvSpPr/>
      </dsp:nvSpPr>
      <dsp:spPr>
        <a:xfrm>
          <a:off x="7173684" y="811639"/>
          <a:ext cx="1278320" cy="3246556"/>
        </a:xfrm>
        <a:prstGeom prst="wedgeRectCallout">
          <a:avLst>
            <a:gd name="adj1" fmla="val 0"/>
            <a:gd name="adj2" fmla="val 0"/>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73DE52A-2F45-45E6-AD0E-D5BEAF609F8E}">
      <dsp:nvSpPr>
        <dsp:cNvPr id="0" name=""/>
        <dsp:cNvSpPr/>
      </dsp:nvSpPr>
      <dsp:spPr>
        <a:xfrm>
          <a:off x="7173684" y="0"/>
          <a:ext cx="1278320" cy="811639"/>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0" tIns="63500" rIns="63500" bIns="6350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Final Review</a:t>
          </a:r>
        </a:p>
      </dsp:txBody>
      <dsp:txXfrm>
        <a:off x="7173684" y="0"/>
        <a:ext cx="1278320" cy="811639"/>
      </dsp:txXfrm>
    </dsp:sp>
    <dsp:sp modelId="{FC0F1314-3294-4A8C-8DCE-EB53E236164C}">
      <dsp:nvSpPr>
        <dsp:cNvPr id="0" name=""/>
        <dsp:cNvSpPr/>
      </dsp:nvSpPr>
      <dsp:spPr>
        <a:xfrm>
          <a:off x="5898557" y="811639"/>
          <a:ext cx="1278320" cy="3043646"/>
        </a:xfrm>
        <a:prstGeom prst="wedgeRectCallout">
          <a:avLst>
            <a:gd name="adj1" fmla="val 62500"/>
            <a:gd name="adj2" fmla="val 20830"/>
          </a:avLst>
        </a:prstGeom>
        <a:solidFill>
          <a:schemeClr val="accent1">
            <a:tint val="50000"/>
            <a:hueOff val="-3179766"/>
            <a:satOff val="8519"/>
            <a:lumOff val="309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AAD338D-3122-4454-9A67-16BE024D44E3}">
      <dsp:nvSpPr>
        <dsp:cNvPr id="0" name=""/>
        <dsp:cNvSpPr/>
      </dsp:nvSpPr>
      <dsp:spPr>
        <a:xfrm>
          <a:off x="5898557" y="101454"/>
          <a:ext cx="1278320" cy="710184"/>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0" tIns="63500" rIns="63500" bIns="6350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Review 4</a:t>
          </a:r>
        </a:p>
      </dsp:txBody>
      <dsp:txXfrm>
        <a:off x="5898557" y="101454"/>
        <a:ext cx="1278320" cy="710184"/>
      </dsp:txXfrm>
    </dsp:sp>
    <dsp:sp modelId="{2532504F-5FE1-4C97-B485-F05E8885EACC}">
      <dsp:nvSpPr>
        <dsp:cNvPr id="0" name=""/>
        <dsp:cNvSpPr/>
      </dsp:nvSpPr>
      <dsp:spPr>
        <a:xfrm>
          <a:off x="4620236" y="811639"/>
          <a:ext cx="1278320" cy="2840736"/>
        </a:xfrm>
        <a:prstGeom prst="wedgeRectCallout">
          <a:avLst>
            <a:gd name="adj1" fmla="val 62500"/>
            <a:gd name="adj2" fmla="val 20830"/>
          </a:avLst>
        </a:prstGeom>
        <a:solidFill>
          <a:schemeClr val="accent1">
            <a:tint val="50000"/>
            <a:hueOff val="-6359532"/>
            <a:satOff val="17037"/>
            <a:lumOff val="618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4450" tIns="44450" rIns="44450" bIns="44450" numCol="1" spcCol="1270" anchor="t" anchorCtr="0">
          <a:noAutofit/>
        </a:bodyPr>
        <a:lstStyle/>
        <a:p>
          <a:pPr marL="0" lvl="0" indent="0" algn="r" defTabSz="622300">
            <a:lnSpc>
              <a:spcPct val="90000"/>
            </a:lnSpc>
            <a:spcBef>
              <a:spcPct val="0"/>
            </a:spcBef>
            <a:spcAft>
              <a:spcPct val="35000"/>
            </a:spcAft>
            <a:buNone/>
          </a:pPr>
          <a:r>
            <a:rPr lang="en-US" sz="1400" kern="1200" dirty="0"/>
            <a:t>Backend development, database deployment, and core AI module integration.</a:t>
          </a:r>
        </a:p>
        <a:p>
          <a:pPr marL="0" lvl="0" indent="0" algn="r" defTabSz="622300">
            <a:lnSpc>
              <a:spcPct val="90000"/>
            </a:lnSpc>
            <a:spcBef>
              <a:spcPct val="0"/>
            </a:spcBef>
            <a:spcAft>
              <a:spcPct val="35000"/>
            </a:spcAft>
            <a:buNone/>
          </a:pPr>
          <a:endParaRPr lang="en-US" sz="1400" kern="1200" dirty="0">
            <a:latin typeface="Times New Roman" panose="02020603050405020304" pitchFamily="18" charset="0"/>
            <a:cs typeface="Times New Roman" panose="02020603050405020304" pitchFamily="18" charset="0"/>
          </a:endParaRPr>
        </a:p>
      </dsp:txBody>
      <dsp:txXfrm>
        <a:off x="4782502" y="811639"/>
        <a:ext cx="1116055" cy="2840736"/>
      </dsp:txXfrm>
    </dsp:sp>
    <dsp:sp modelId="{4C66D42D-7E6D-4563-AFDC-369C30B73F70}">
      <dsp:nvSpPr>
        <dsp:cNvPr id="0" name=""/>
        <dsp:cNvSpPr/>
      </dsp:nvSpPr>
      <dsp:spPr>
        <a:xfrm>
          <a:off x="4620236" y="206156"/>
          <a:ext cx="1278320" cy="608729"/>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0" tIns="63500" rIns="63500" bIns="6350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Review 3</a:t>
          </a:r>
        </a:p>
      </dsp:txBody>
      <dsp:txXfrm>
        <a:off x="4620236" y="206156"/>
        <a:ext cx="1278320" cy="608729"/>
      </dsp:txXfrm>
    </dsp:sp>
    <dsp:sp modelId="{06F8D57B-EDF4-4CF4-8700-DC2CA3E3028E}">
      <dsp:nvSpPr>
        <dsp:cNvPr id="0" name=""/>
        <dsp:cNvSpPr/>
      </dsp:nvSpPr>
      <dsp:spPr>
        <a:xfrm>
          <a:off x="3341915" y="811639"/>
          <a:ext cx="1278320" cy="2637826"/>
        </a:xfrm>
        <a:prstGeom prst="wedgeRectCallout">
          <a:avLst>
            <a:gd name="adj1" fmla="val 62500"/>
            <a:gd name="adj2" fmla="val 20830"/>
          </a:avLst>
        </a:prstGeom>
        <a:solidFill>
          <a:schemeClr val="accent1">
            <a:tint val="50000"/>
            <a:hueOff val="-9539299"/>
            <a:satOff val="25556"/>
            <a:lumOff val="928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4450" tIns="44450" rIns="44450" bIns="44450" numCol="1" spcCol="1270" anchor="t" anchorCtr="0">
          <a:noAutofit/>
        </a:bodyPr>
        <a:lstStyle/>
        <a:p>
          <a:pPr marL="0" lvl="0" indent="0" algn="r" defTabSz="622300">
            <a:lnSpc>
              <a:spcPct val="90000"/>
            </a:lnSpc>
            <a:spcBef>
              <a:spcPct val="0"/>
            </a:spcBef>
            <a:spcAft>
              <a:spcPct val="35000"/>
            </a:spcAft>
            <a:buNone/>
          </a:pPr>
          <a:r>
            <a:rPr lang="en-US" sz="1400" kern="1200" dirty="0"/>
            <a:t>Requirement analysis, system design approval, and frontend prototyping.</a:t>
          </a:r>
          <a:endParaRPr lang="en-US" sz="1400" kern="1200" dirty="0">
            <a:latin typeface="Times New Roman" panose="02020603050405020304" pitchFamily="18" charset="0"/>
            <a:cs typeface="Times New Roman" panose="02020603050405020304" pitchFamily="18" charset="0"/>
          </a:endParaRPr>
        </a:p>
      </dsp:txBody>
      <dsp:txXfrm>
        <a:off x="3504181" y="811639"/>
        <a:ext cx="1116055" cy="2637826"/>
      </dsp:txXfrm>
    </dsp:sp>
    <dsp:sp modelId="{00BB3360-A9BB-4051-A4B1-1216F82F642C}">
      <dsp:nvSpPr>
        <dsp:cNvPr id="0" name=""/>
        <dsp:cNvSpPr/>
      </dsp:nvSpPr>
      <dsp:spPr>
        <a:xfrm>
          <a:off x="3341915" y="304364"/>
          <a:ext cx="1278320" cy="507274"/>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0" tIns="63500" rIns="63500" bIns="6350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Review 2</a:t>
          </a:r>
        </a:p>
      </dsp:txBody>
      <dsp:txXfrm>
        <a:off x="3341915" y="304364"/>
        <a:ext cx="1278320" cy="507274"/>
      </dsp:txXfrm>
    </dsp:sp>
    <dsp:sp modelId="{A134CDD1-D85F-44EF-8BEE-9F99A855C1E6}">
      <dsp:nvSpPr>
        <dsp:cNvPr id="0" name=""/>
        <dsp:cNvSpPr/>
      </dsp:nvSpPr>
      <dsp:spPr>
        <a:xfrm>
          <a:off x="2063594" y="811639"/>
          <a:ext cx="1278320" cy="2434917"/>
        </a:xfrm>
        <a:prstGeom prst="wedgeRectCallout">
          <a:avLst>
            <a:gd name="adj1" fmla="val 62500"/>
            <a:gd name="adj2" fmla="val 20830"/>
          </a:avLst>
        </a:prstGeom>
        <a:solidFill>
          <a:schemeClr val="accent1">
            <a:tint val="50000"/>
            <a:hueOff val="-12719064"/>
            <a:satOff val="34075"/>
            <a:lumOff val="1237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4450" tIns="44450" rIns="44450" bIns="44450" numCol="1" spcCol="1270" anchor="t" anchorCtr="0">
          <a:noAutofit/>
        </a:bodyPr>
        <a:lstStyle/>
        <a:p>
          <a:pPr marL="0" lvl="0" indent="0" algn="r" defTabSz="622300">
            <a:lnSpc>
              <a:spcPct val="90000"/>
            </a:lnSpc>
            <a:spcBef>
              <a:spcPct val="0"/>
            </a:spcBef>
            <a:spcAft>
              <a:spcPct val="35000"/>
            </a:spcAft>
            <a:buNone/>
          </a:pPr>
          <a:r>
            <a:rPr lang="en-US" sz="1400" kern="1200" dirty="0">
              <a:latin typeface="Times New Roman" panose="02020603050405020304" pitchFamily="18" charset="0"/>
              <a:cs typeface="Times New Roman" panose="02020603050405020304" pitchFamily="18" charset="0"/>
            </a:rPr>
            <a:t>Onboarding,</a:t>
          </a:r>
        </a:p>
        <a:p>
          <a:pPr marL="0" lvl="0" indent="0" algn="r" defTabSz="622300">
            <a:lnSpc>
              <a:spcPct val="90000"/>
            </a:lnSpc>
            <a:spcBef>
              <a:spcPct val="0"/>
            </a:spcBef>
            <a:spcAft>
              <a:spcPct val="35000"/>
            </a:spcAft>
            <a:buNone/>
          </a:pPr>
          <a:r>
            <a:rPr lang="en-US" sz="1400" kern="1200" dirty="0">
              <a:latin typeface="Times New Roman" panose="02020603050405020304" pitchFamily="18" charset="0"/>
              <a:cs typeface="Times New Roman" panose="02020603050405020304" pitchFamily="18" charset="0"/>
            </a:rPr>
            <a:t>role and responsibility discussion and  project planning.</a:t>
          </a:r>
        </a:p>
      </dsp:txBody>
      <dsp:txXfrm>
        <a:off x="2225860" y="811639"/>
        <a:ext cx="1116055" cy="2434917"/>
      </dsp:txXfrm>
    </dsp:sp>
    <dsp:sp modelId="{65257024-FAC0-4522-B139-1CC85B547BE8}">
      <dsp:nvSpPr>
        <dsp:cNvPr id="0" name=""/>
        <dsp:cNvSpPr/>
      </dsp:nvSpPr>
      <dsp:spPr>
        <a:xfrm>
          <a:off x="2063594" y="405819"/>
          <a:ext cx="1278320" cy="405819"/>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0" tIns="63500" rIns="63500" bIns="6350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Review 1</a:t>
          </a:r>
        </a:p>
      </dsp:txBody>
      <dsp:txXfrm>
        <a:off x="2063594" y="405819"/>
        <a:ext cx="1278320" cy="405819"/>
      </dsp:txXfrm>
    </dsp:sp>
  </dsp:spTree>
</dsp:drawing>
</file>

<file path=ppt/diagrams/layout1.xml><?xml version="1.0" encoding="utf-8"?>
<dgm:layoutDef xmlns:dgm="http://schemas.openxmlformats.org/drawingml/2006/diagram" xmlns:a="http://schemas.openxmlformats.org/drawingml/2006/main" uniqueId="urn:microsoft.com/office/officeart/2011/layout/InterconnectedBlockProcess">
  <dgm:title val="Interconnected Block Process"/>
  <dgm:desc val="Use to show sequential steps in a process. Works best with small amounts of Level 1 text and medium amounts of Level 2 text."/>
  <dgm:catLst>
    <dgm:cat type="process" pri="5500"/>
    <dgm:cat type="officeonline" pri="35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sampData>
  <dgm:styleData>
    <dgm:dataModel>
      <dgm:ptLst>
        <dgm:pt modelId="0" type="doc"/>
        <dgm:pt modelId="10">
          <dgm:prSet phldr="1"/>
        </dgm:pt>
        <dgm:pt modelId="11">
          <dgm:prSet phldr="1"/>
        </dgm:pt>
        <dgm:pt modelId="20">
          <dgm:prSet phldr="1"/>
        </dgm:pt>
        <dgm:pt modelId="21">
          <dgm:prSet phldr="1"/>
        </dgm:pt>
      </dgm:ptLst>
      <dgm:cxnLst>
        <dgm:cxn modelId="40" srcId="0" destId="10" srcOrd="0" destOrd="0"/>
        <dgm:cxn modelId="12" srcId="10" destId="11" srcOrd="0" destOrd="0"/>
        <dgm:cxn modelId="50" srcId="0" destId="20" srcOrd="1" destOrd="0"/>
        <dgm:cxn modelId="22" srcId="20" destId="21" srcOrd="0" destOrd="0"/>
      </dgm:cxnLst>
      <dgm:bg/>
      <dgm:whole/>
    </dgm:dataModel>
  </dgm:styleData>
  <dgm:clr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 modelId="40">
          <dgm:prSet phldr="1"/>
        </dgm:pt>
        <dgm:pt modelId="4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 modelId="70" srcId="0" destId="40" srcOrd="2" destOrd="0"/>
        <dgm:cxn modelId="42" srcId="40" destId="41" srcOrd="0" destOrd="0"/>
      </dgm:cxnLst>
      <dgm:bg/>
      <dgm:whole/>
    </dgm:dataModel>
  </dgm:clrData>
  <dgm:layoutNode name="Name0">
    <dgm:varLst>
      <dgm:chMax val="7"/>
      <dgm:chPref val="5"/>
      <dgm:dir/>
      <dgm:animOne val="branch"/>
      <dgm:animLvl val="lvl"/>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0.45"/>
            </dgm:alg>
            <dgm:constrLst>
              <dgm:constr type="primFontSz" for="des" forName="Child1" val="65"/>
              <dgm:constr type="primFontSz" for="des" forName="Parent1" val="65"/>
              <dgm:constr type="primFontSz" for="des" forName="Child1" refType="primFontSz" refFor="des" refForName="Parent1" op="lte"/>
              <dgm:constr type="l" for="ch" forName="ChildAccent1" refType="w" fact="0"/>
              <dgm:constr type="t" for="ch" forName="ChildAccent1" refType="h" fact="0.1429"/>
              <dgm:constr type="w" for="ch" forName="ChildAccent1" refType="w"/>
              <dgm:constr type="h" for="ch" forName="ChildAccent1" refType="h" fact="0.8571"/>
              <dgm:constr type="l" for="ch" forName="Child1" refType="w" fact="0.127"/>
              <dgm:constr type="t" for="ch" forName="Child1" refType="h" fact="0.1429"/>
              <dgm:constr type="w" for="ch" forName="Child1" refType="w" fact="0.873"/>
              <dgm:constr type="h" for="ch" forName="Child1" refType="h" fact="0.8571"/>
              <dgm:constr type="l" for="ch" forName="Parent1" refType="w" fact="0"/>
              <dgm:constr type="t" for="ch" forName="Parent1" refType="h" fact="0"/>
              <dgm:constr type="w" for="ch" forName="Parent1" refType="w"/>
              <dgm:constr type="h" for="ch" forName="Parent1" refType="h" fact="0.1429"/>
            </dgm:constrLst>
          </dgm:if>
          <dgm:if name="Name5" axis="ch" ptType="node" func="cnt" op="equ" val="2">
            <dgm:alg type="composite">
              <dgm:param type="ar" val="0.8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ChildAccent1" refType="w" fact="0"/>
              <dgm:constr type="t" for="ch" forName="ChildAccent1" refType="h" fact="0.1613"/>
              <dgm:constr type="w" for="ch" forName="ChildAccent1" refType="w" fact="0.5"/>
              <dgm:constr type="h" for="ch" forName="ChildAccent1" refType="h" fact="0.7742"/>
              <dgm:constr type="l" for="ch" forName="Child1" refType="w" fact="0.0635"/>
              <dgm:constr type="t" for="ch" forName="Child1" refType="h" fact="0.1613"/>
              <dgm:constr type="w" for="ch" forName="Child1" refType="w" fact="0.4365"/>
              <dgm:constr type="h" for="ch" forName="Child1" refType="h" fact="0.7742"/>
              <dgm:constr type="l" for="ch" forName="Parent1" refType="w" fact="0"/>
              <dgm:constr type="t" for="ch" forName="Parent1" refType="h" fact="0.0323"/>
              <dgm:constr type="w" for="ch" forName="Parent1" refType="w" fact="0.5"/>
              <dgm:constr type="h" for="ch" forName="Parent1" refType="h" fact="0.129"/>
              <dgm:constr type="l" for="ch" forName="ChildAccent2" refType="w" fact="0.5"/>
              <dgm:constr type="t" for="ch" forName="ChildAccent2" refType="h" fact="0.1613"/>
              <dgm:constr type="w" for="ch" forName="ChildAccent2" refType="w" fact="0.5"/>
              <dgm:constr type="h" for="ch" forName="ChildAccent2" refType="h" fact="0.8387"/>
              <dgm:constr type="l" for="ch" forName="Child2" refType="w" fact="0.5635"/>
              <dgm:constr type="t" for="ch" forName="Child2" refType="h" fact="0.1613"/>
              <dgm:constr type="w" for="ch" forName="Child2" refType="w" fact="0.4365"/>
              <dgm:constr type="h" for="ch" forName="Child2" refType="h" fact="0.8387"/>
              <dgm:constr type="l" for="ch" forName="Parent2" refType="w" fact="0.5"/>
              <dgm:constr type="t" for="ch" forName="Parent2" refType="h" fact="0"/>
              <dgm:constr type="w" for="ch" forName="Parent2" refType="w" fact="0.5"/>
              <dgm:constr type="h" for="ch" forName="Parent2" refType="h" fact="0.1613"/>
            </dgm:constrLst>
          </dgm:if>
          <dgm:if name="Name6" axis="ch" ptType="node" func="cnt" op="equ" val="3">
            <dgm:alg type="composite">
              <dgm:param type="ar" val="1.1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ChildAccent1" refType="w" fact="0"/>
              <dgm:constr type="t" for="ch" forName="ChildAccent1" refType="h" fact="0.1757"/>
              <dgm:constr type="w" for="ch" forName="ChildAccent1" refType="w" fact="0.3333"/>
              <dgm:constr type="h" for="ch" forName="ChildAccent1" refType="h" fact="0.7066"/>
              <dgm:constr type="l" for="ch" forName="Child1" refType="w" fact="0.0423"/>
              <dgm:constr type="t" for="ch" forName="Child1" refType="h" fact="0.1757"/>
              <dgm:constr type="w" for="ch" forName="Child1" refType="w" fact="0.291"/>
              <dgm:constr type="h" for="ch" forName="Child1" refType="h" fact="0.7066"/>
              <dgm:constr type="l" for="ch" forName="Parent1" refType="w" fact="0"/>
              <dgm:constr type="t" for="ch" forName="Parent1" refType="h" fact="0.0579"/>
              <dgm:constr type="w" for="ch" forName="Parent1" refType="w" fact="0.3333"/>
              <dgm:constr type="h" for="ch" forName="Parent1" refType="h" fact="0.1178"/>
              <dgm:constr type="l" for="ch" forName="ChildAccent2" refType="w" fact="0.3333"/>
              <dgm:constr type="t" for="ch" forName="ChildAccent2" refType="h" fact="0.1757"/>
              <dgm:constr type="w" for="ch" forName="ChildAccent2" refType="w" fact="0.3333"/>
              <dgm:constr type="h" for="ch" forName="ChildAccent2" refType="h" fact="0.7655"/>
              <dgm:constr type="l" for="ch" forName="Child2" refType="w" fact="0.3756"/>
              <dgm:constr type="t" for="ch" forName="Child2" refType="h" fact="0.1757"/>
              <dgm:constr type="w" for="ch" forName="Child2" refType="w" fact="0.291"/>
              <dgm:constr type="h" for="ch" forName="Child2" refType="h" fact="0.7655"/>
              <dgm:constr type="l" for="ch" forName="Parent2" refType="w" fact="0.3333"/>
              <dgm:constr type="t" for="ch" forName="Parent2" refType="h" fact="0.0285"/>
              <dgm:constr type="w" for="ch" forName="Parent2" refType="w" fact="0.3333"/>
              <dgm:constr type="h" for="ch" forName="Parent2" refType="h" fact="0.1472"/>
              <dgm:constr type="l" for="ch" forName="ChildAccent3" refType="w" fact="0.6667"/>
              <dgm:constr type="t" for="ch" forName="ChildAccent3" refType="h" fact="0.1757"/>
              <dgm:constr type="w" for="ch" forName="ChildAccent3" refType="w" fact="0.3333"/>
              <dgm:constr type="h" for="ch" forName="ChildAccent3" refType="h" fact="0.8243"/>
              <dgm:constr type="l" for="ch" forName="Child3" refType="w" fact="0.709"/>
              <dgm:constr type="t" for="ch" forName="Child3" refType="h" fact="0.1757"/>
              <dgm:constr type="w" for="ch" forName="Child3" refType="w" fact="0.291"/>
              <dgm:constr type="h" for="ch" forName="Child3" refType="h" fact="0.8243"/>
              <dgm:constr type="l" for="ch" forName="Parent3" refType="w" fact="0.6667"/>
              <dgm:constr type="t" for="ch" forName="Parent3" refType="h" fact="0"/>
              <dgm:constr type="w" for="ch" forName="Parent3" refType="w" fact="0.3333"/>
              <dgm:constr type="h" for="ch" forName="Parent3" refType="h" fact="0.176"/>
            </dgm:constrLst>
          </dgm:if>
          <dgm:if name="Name7" axis="ch" ptType="node" func="cnt" op="equ" val="4">
            <dgm:alg type="composite">
              <dgm:param type="ar" val="1.362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ChildAccent1" refType="w" fact="0"/>
              <dgm:constr type="t" for="ch" forName="ChildAccent1" refType="h" fact="0.1892"/>
              <dgm:constr type="w" for="ch" forName="ChildAccent1" refType="w" fact="0.25"/>
              <dgm:constr type="h" for="ch" forName="ChildAccent1" refType="h" fact="0.6486"/>
              <dgm:constr type="l" for="ch" forName="Child1" refType="w" fact="0.0317"/>
              <dgm:constr type="t" for="ch" forName="Child1" refType="h" fact="0.1892"/>
              <dgm:constr type="w" for="ch" forName="Child1" refType="w" fact="0.2183"/>
              <dgm:constr type="h" for="ch" forName="Child1" refType="h" fact="0.6486"/>
              <dgm:constr type="l" for="ch" forName="Parent1" refType="w" fact="0"/>
              <dgm:constr type="t" for="ch" forName="Parent1" refType="h" fact="0.0811"/>
              <dgm:constr type="w" for="ch" forName="Parent1" refType="w" fact="0.25"/>
              <dgm:constr type="h" for="ch" forName="Parent1" refType="h" fact="0.1081"/>
              <dgm:constr type="l" for="ch" forName="ChildAccent2" refType="w" fact="0.25"/>
              <dgm:constr type="t" for="ch" forName="ChildAccent2" refType="h" fact="0.1892"/>
              <dgm:constr type="w" for="ch" forName="ChildAccent2" refType="w" fact="0.25"/>
              <dgm:constr type="h" for="ch" forName="ChildAccent2" refType="h" fact="0.7027"/>
              <dgm:constr type="l" for="ch" forName="Child2" refType="w" fact="0.2817"/>
              <dgm:constr type="t" for="ch" forName="Child2" refType="h" fact="0.1892"/>
              <dgm:constr type="w" for="ch" forName="Child2" refType="w" fact="0.2183"/>
              <dgm:constr type="h" for="ch" forName="Child2" refType="h" fact="0.7027"/>
              <dgm:constr type="l" for="ch" forName="Parent2" refType="w" fact="0.25"/>
              <dgm:constr type="t" for="ch" forName="Parent2" refType="h" fact="0.0541"/>
              <dgm:constr type="w" for="ch" forName="Parent2" refType="w" fact="0.25"/>
              <dgm:constr type="h" for="ch" forName="Parent2" refType="h" fact="0.1351"/>
              <dgm:constr type="l" for="ch" forName="ChildAccent3" refType="w" fact="0.5"/>
              <dgm:constr type="t" for="ch" forName="ChildAccent3" refType="h" fact="0.1892"/>
              <dgm:constr type="w" for="ch" forName="ChildAccent3" refType="w" fact="0.25"/>
              <dgm:constr type="h" for="ch" forName="ChildAccent3" refType="h" fact="0.7568"/>
              <dgm:constr type="l" for="ch" forName="Child3" refType="w" fact="0.5317"/>
              <dgm:constr type="t" for="ch" forName="Child3" refType="h" fact="0.1892"/>
              <dgm:constr type="w" for="ch" forName="Child3" refType="w" fact="0.2183"/>
              <dgm:constr type="h" for="ch" forName="Child3" refType="h" fact="0.7568"/>
              <dgm:constr type="l" for="ch" forName="Parent3" refType="w" fact="0.5"/>
              <dgm:constr type="t" for="ch" forName="Parent3" refType="h" fact="0.0275"/>
              <dgm:constr type="w" for="ch" forName="Parent3" refType="w" fact="0.25"/>
              <dgm:constr type="h" for="ch" forName="Parent3" refType="h" fact="0.1622"/>
              <dgm:constr type="l" for="ch" forName="ChildAccent4" refType="w" fact="0.75"/>
              <dgm:constr type="t" for="ch" forName="ChildAccent4" refType="h" fact="0.1892"/>
              <dgm:constr type="w" for="ch" forName="ChildAccent4" refType="w" fact="0.25"/>
              <dgm:constr type="h" for="ch" forName="ChildAccent4" refType="h" fact="0.8108"/>
              <dgm:constr type="l" for="ch" forName="Child4" refType="w" fact="0.7817"/>
              <dgm:constr type="t" for="ch" forName="Child4" refType="h" fact="0.1892"/>
              <dgm:constr type="w" for="ch" forName="Child4" refType="w" fact="0.2183"/>
              <dgm:constr type="h" for="ch" forName="Child4" refType="h" fact="0.8108"/>
              <dgm:constr type="l" for="ch" forName="Parent4" refType="w" fact="0.75"/>
              <dgm:constr type="t" for="ch" forName="Parent4" refType="h" fact="0"/>
              <dgm:constr type="w" for="ch" forName="Parent4" refType="w" fact="0.25"/>
              <dgm:constr type="h" for="ch" forName="Parent4" refType="h" fact="0.1892"/>
            </dgm:constrLst>
          </dgm:if>
          <dgm:if name="Name8" axis="ch" ptType="node" func="cnt" op="equ" val="5">
            <dgm:alg type="composite">
              <dgm:param type="ar" val="1.574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ChildAccent1" refType="w" fact="0"/>
              <dgm:constr type="t" for="ch" forName="ChildAccent1" refType="h" fact="0.2"/>
              <dgm:constr type="w" for="ch" forName="ChildAccent1" refType="w" fact="0.2001"/>
              <dgm:constr type="h" for="ch" forName="ChildAccent1" refType="h" fact="0.6"/>
              <dgm:constr type="l" for="ch" forName="Child1" refType="w" fact="0.0254"/>
              <dgm:constr type="t" for="ch" forName="Child1" refType="h" fact="0.2"/>
              <dgm:constr type="w" for="ch" forName="Child1" refType="w" fact="0.1747"/>
              <dgm:constr type="h" for="ch" forName="Child1" refType="h" fact="0.6"/>
              <dgm:constr type="l" for="ch" forName="Parent1" refType="w" fact="0"/>
              <dgm:constr type="t" for="ch" forName="Parent1" refType="h" fact="0.1"/>
              <dgm:constr type="w" for="ch" forName="Parent1" refType="w" fact="0.2001"/>
              <dgm:constr type="h" for="ch" forName="Parent1" refType="h" fact="0.1"/>
              <dgm:constr type="l" for="ch" forName="ChildAccent2" refType="w" fact="0.2001"/>
              <dgm:constr type="t" for="ch" forName="ChildAccent2" refType="h" fact="0.2"/>
              <dgm:constr type="w" for="ch" forName="ChildAccent2" refType="w" fact="0.2001"/>
              <dgm:constr type="h" for="ch" forName="ChildAccent2" refType="h" fact="0.65"/>
              <dgm:constr type="l" for="ch" forName="Child2" refType="w" fact="0.2255"/>
              <dgm:constr type="t" for="ch" forName="Child2" refType="h" fact="0.2"/>
              <dgm:constr type="w" for="ch" forName="Child2" refType="w" fact="0.1747"/>
              <dgm:constr type="h" for="ch" forName="Child2" refType="h" fact="0.65"/>
              <dgm:constr type="l" for="ch" forName="Parent2" refType="w" fact="0.2001"/>
              <dgm:constr type="t" for="ch" forName="Parent2" refType="h" fact="0.075"/>
              <dgm:constr type="w" for="ch" forName="Parent2" refType="w" fact="0.2001"/>
              <dgm:constr type="h" for="ch" forName="Parent2" refType="h" fact="0.125"/>
              <dgm:constr type="l" for="ch" forName="ChildAccent3" refType="w" fact="0.4002"/>
              <dgm:constr type="t" for="ch" forName="ChildAccent3" refType="h" fact="0.2"/>
              <dgm:constr type="w" for="ch" forName="ChildAccent3" refType="w" fact="0.2001"/>
              <dgm:constr type="h" for="ch" forName="ChildAccent3" refType="h" fact="0.7"/>
              <dgm:constr type="l" for="ch" forName="Child3" refType="w" fact="0.4256"/>
              <dgm:constr type="t" for="ch" forName="Child3" refType="h" fact="0.2"/>
              <dgm:constr type="w" for="ch" forName="Child3" refType="w" fact="0.1747"/>
              <dgm:constr type="h" for="ch" forName="Child3" refType="h" fact="0.7"/>
              <dgm:constr type="l" for="ch" forName="Parent3" refType="w" fact="0.4002"/>
              <dgm:constr type="t" for="ch" forName="Parent3" refType="h" fact="0.0508"/>
              <dgm:constr type="w" for="ch" forName="Parent3" refType="w" fact="0.2001"/>
              <dgm:constr type="h" for="ch" forName="Parent3" refType="h" fact="0.15"/>
              <dgm:constr type="l" for="ch" forName="ChildAccent4" refType="w" fact="0.6003"/>
              <dgm:constr type="t" for="ch" forName="ChildAccent4" refType="h" fact="0.2"/>
              <dgm:constr type="w" for="ch" forName="ChildAccent4" refType="w" fact="0.2001"/>
              <dgm:constr type="h" for="ch" forName="ChildAccent4" refType="h" fact="0.75"/>
              <dgm:constr type="l" for="ch" forName="Child4" refType="w" fact="0.6257"/>
              <dgm:constr type="t" for="ch" forName="Child4" refType="h" fact="0.2"/>
              <dgm:constr type="w" for="ch" forName="Child4" refType="w" fact="0.1747"/>
              <dgm:constr type="h" for="ch" forName="Child4" refType="h" fact="0.75"/>
              <dgm:constr type="l" for="ch" forName="Parent4" refType="w" fact="0.6003"/>
              <dgm:constr type="t" for="ch" forName="Parent4" refType="h" fact="0.025"/>
              <dgm:constr type="w" for="ch" forName="Parent4" refType="w" fact="0.2001"/>
              <dgm:constr type="h" for="ch" forName="Parent4" refType="h" fact="0.175"/>
              <dgm:constr type="l" for="ch" forName="ChildAccent5" refType="w" fact="0.7999"/>
              <dgm:constr type="t" for="ch" forName="ChildAccent5" refType="h" fact="0.2"/>
              <dgm:constr type="w" for="ch" forName="ChildAccent5" refType="w" fact="0.2001"/>
              <dgm:constr type="h" for="ch" forName="ChildAccent5" refType="h" fact="0.8"/>
              <dgm:constr type="l" for="ch" forName="Child5" refType="w" fact="0.8253"/>
              <dgm:constr type="t" for="ch" forName="Child5" refType="h" fact="0.2"/>
              <dgm:constr type="w" for="ch" forName="Child5" refType="w" fact="0.1747"/>
              <dgm:constr type="h" for="ch" forName="Child5" refType="h" fact="0.8"/>
              <dgm:constr type="l" for="ch" forName="Parent5" refType="w" fact="0.7999"/>
              <dgm:constr type="t" for="ch" forName="Parent5" refType="h" fact="0"/>
              <dgm:constr type="w" for="ch" forName="Parent5" refType="w" fact="0.2001"/>
              <dgm:constr type="h" for="ch" forName="Parent5" refType="h" fact="0.2"/>
            </dgm:constrLst>
          </dgm:if>
          <dgm:if name="Name9" axis="ch" ptType="node" func="cnt" op="equ" val="6">
            <dgm:alg type="composite">
              <dgm:param type="ar" val="1.756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ChildAccent1" refType="w" fact="0"/>
              <dgm:constr type="t" for="ch" forName="ChildAccent1" refType="h" fact="0.2087"/>
              <dgm:constr type="w" for="ch" forName="ChildAccent1" refType="w" fact="0.167"/>
              <dgm:constr type="h" for="ch" forName="ChildAccent1" refType="h" fact="0.5586"/>
              <dgm:constr type="l" for="ch" forName="Child1" refType="w" fact="0.0212"/>
              <dgm:constr type="t" for="ch" forName="Child1" refType="h" fact="0.2087"/>
              <dgm:constr type="w" for="ch" forName="Child1" refType="w" fact="0.1458"/>
              <dgm:constr type="h" for="ch" forName="Child1" refType="h" fact="0.5586"/>
              <dgm:constr type="l" for="ch" forName="Parent1" refType="w" fact="0"/>
              <dgm:constr type="t" for="ch" forName="Parent1" refType="h" fact="0.1156"/>
              <dgm:constr type="w" for="ch" forName="Parent1" refType="w" fact="0.167"/>
              <dgm:constr type="h" for="ch" forName="Parent1" refType="h" fact="0.0931"/>
              <dgm:constr type="l" for="ch" forName="ChildAccent2" refType="w" fact="0.167"/>
              <dgm:constr type="t" for="ch" forName="ChildAccent2" refType="h" fact="0.2087"/>
              <dgm:constr type="w" for="ch" forName="ChildAccent2" refType="w" fact="0.167"/>
              <dgm:constr type="h" for="ch" forName="ChildAccent2" refType="h" fact="0.6051"/>
              <dgm:constr type="l" for="ch" forName="Child2" refType="w" fact="0.1888"/>
              <dgm:constr type="t" for="ch" forName="Child2" refType="h" fact="0.2087"/>
              <dgm:constr type="w" for="ch" forName="Child2" refType="w" fact="0.1458"/>
              <dgm:constr type="h" for="ch" forName="Child2" refType="h" fact="0.6051"/>
              <dgm:constr type="l" for="ch" forName="Parent2" refType="w" fact="0.167"/>
              <dgm:constr type="t" for="ch" forName="Parent2" refType="h" fact="0.0923"/>
              <dgm:constr type="w" for="ch" forName="Parent2" refType="w" fact="0.167"/>
              <dgm:constr type="h" for="ch" forName="Parent2" refType="h" fact="0.1164"/>
              <dgm:constr type="l" for="ch" forName="ChildAccent3" refType="w" fact="0.3339"/>
              <dgm:constr type="t" for="ch" forName="ChildAccent3" refType="h" fact="0.2087"/>
              <dgm:constr type="w" for="ch" forName="ChildAccent3" refType="w" fact="0.167"/>
              <dgm:constr type="h" for="ch" forName="ChildAccent3" refType="h" fact="0.6517"/>
              <dgm:constr type="l" for="ch" forName="Child3" refType="w" fact="0.3551"/>
              <dgm:constr type="t" for="ch" forName="Child3" refType="h" fact="0.2087"/>
              <dgm:constr type="w" for="ch" forName="Child3" refType="w" fact="0.1458"/>
              <dgm:constr type="h" for="ch" forName="Child3" refType="h" fact="0.6517"/>
              <dgm:constr type="l" for="ch" forName="Parent3" refType="w" fact="0.3339"/>
              <dgm:constr type="t" for="ch" forName="Parent3" refType="h" fact="0.0698"/>
              <dgm:constr type="w" for="ch" forName="Parent3" refType="w" fact="0.167"/>
              <dgm:constr type="h" for="ch" forName="Parent3" refType="h" fact="0.1396"/>
              <dgm:constr type="l" for="ch" forName="ChildAccent4" refType="w" fact="0.5009"/>
              <dgm:constr type="t" for="ch" forName="ChildAccent4" refType="h" fact="0.2087"/>
              <dgm:constr type="w" for="ch" forName="ChildAccent4" refType="w" fact="0.167"/>
              <dgm:constr type="h" for="ch" forName="ChildAccent4" refType="h" fact="0.6982"/>
              <dgm:constr type="l" for="ch" forName="Child4" refType="w" fact="0.5221"/>
              <dgm:constr type="t" for="ch" forName="Child4" refType="h" fact="0.2087"/>
              <dgm:constr type="w" for="ch" forName="Child4" refType="w" fact="0.1458"/>
              <dgm:constr type="h" for="ch" forName="Child4" refType="h" fact="0.6982"/>
              <dgm:constr type="l" for="ch" forName="Parent4" refType="w" fact="0.501"/>
              <dgm:constr type="t" for="ch" forName="Parent4" refType="h" fact="0.0458"/>
              <dgm:constr type="w" for="ch" forName="Parent4" refType="w" fact="0.167"/>
              <dgm:constr type="h" for="ch" forName="Parent4" refType="h" fact="0.1629"/>
              <dgm:constr type="l" for="ch" forName="ChildAccent5" refType="w" fact="0.6674"/>
              <dgm:constr type="t" for="ch" forName="ChildAccent5" refType="h" fact="0.2087"/>
              <dgm:constr type="w" for="ch" forName="ChildAccent5" refType="w" fact="0.167"/>
              <dgm:constr type="h" for="ch" forName="ChildAccent5" refType="h" fact="0.7448"/>
              <dgm:constr type="l" for="ch" forName="Child5" refType="w" fact="0.6886"/>
              <dgm:constr type="t" for="ch" forName="Child5" refType="h" fact="0.2087"/>
              <dgm:constr type="w" for="ch" forName="Child5" refType="w" fact="0.1458"/>
              <dgm:constr type="h" for="ch" forName="Child5" refType="h" fact="0.7448"/>
              <dgm:constr type="l" for="ch" forName="Parent5" refType="w" fact="0.668"/>
              <dgm:constr type="t" for="ch" forName="Parent5" refType="h" fact="0.0225"/>
              <dgm:constr type="w" for="ch" forName="Parent5" refType="w" fact="0.167"/>
              <dgm:constr type="h" for="ch" forName="Parent5" refType="h" fact="0.1862"/>
              <dgm:constr type="l" for="ch" forName="ChildAccent6" refType="w" fact="0.833"/>
              <dgm:constr type="t" for="ch" forName="ChildAccent6" refType="h" fact="0.2087"/>
              <dgm:constr type="w" for="ch" forName="ChildAccent6" refType="w" fact="0.167"/>
              <dgm:constr type="h" for="ch" forName="ChildAccent6" refType="h" fact="0.7913"/>
              <dgm:constr type="l" for="ch" forName="Child6" refType="w" fact="0.8542"/>
              <dgm:constr type="t" for="ch" forName="Child6" refType="h" fact="0.2087"/>
              <dgm:constr type="w" for="ch" forName="Child6" refType="w" fact="0.1458"/>
              <dgm:constr type="h" for="ch" forName="Child6" refType="h" fact="0.7913"/>
              <dgm:constr type="l" for="ch" forName="Parent6" refType="w" fact="0.835"/>
              <dgm:constr type="t" for="ch" forName="Parent6" refType="h" fact="0"/>
              <dgm:constr type="w" for="ch" forName="Parent6" refType="w" fact="0.165"/>
              <dgm:constr type="h" for="ch" forName="Parent6" refType="h" fact="0.2095"/>
            </dgm:constrLst>
          </dgm:if>
          <dgm:else name="Name10">
            <dgm:alg type="composite">
              <dgm:param type="ar" val="1.91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ChildAccent1" refType="w" fact="0"/>
              <dgm:constr type="t" for="ch" forName="ChildAccent1" refType="h" fact="0.2168"/>
              <dgm:constr type="w" for="ch" forName="ChildAccent1" refType="w" fact="0.1432"/>
              <dgm:constr type="h" for="ch" forName="ChildAccent1" refType="h" fact="0.5221"/>
              <dgm:constr type="l" for="ch" forName="Child1" refType="w" fact="0.0182"/>
              <dgm:constr type="t" for="ch" forName="Child1" refType="h" fact="0.2168"/>
              <dgm:constr type="w" for="ch" forName="Child1" refType="w" fact="0.125"/>
              <dgm:constr type="h" for="ch" forName="Child1" refType="h" fact="0.5221"/>
              <dgm:constr type="l" for="ch" forName="Parent1" refType="w" fact="0"/>
              <dgm:constr type="t" for="ch" forName="Parent1" refType="h" fact="0.1298"/>
              <dgm:constr type="w" for="ch" forName="Parent1" refType="w" fact="0.1432"/>
              <dgm:constr type="h" for="ch" forName="Parent1" refType="h" fact="0.087"/>
              <dgm:constr type="l" for="ch" forName="ChildAccent2" refType="w" fact="0.1432"/>
              <dgm:constr type="t" for="ch" forName="ChildAccent2" refType="h" fact="0.2168"/>
              <dgm:constr type="w" for="ch" forName="ChildAccent2" refType="w" fact="0.1432"/>
              <dgm:constr type="h" for="ch" forName="ChildAccent2" refType="h" fact="0.5656"/>
              <dgm:constr type="l" for="ch" forName="Child2" refType="w" fact="0.1614"/>
              <dgm:constr type="t" for="ch" forName="Child2" refType="h" fact="0.2168"/>
              <dgm:constr type="w" for="ch" forName="Child2" refType="w" fact="0.125"/>
              <dgm:constr type="h" for="ch" forName="Child2" refType="h" fact="0.5656"/>
              <dgm:constr type="l" for="ch" forName="Parent2" refType="w" fact="0.1432"/>
              <dgm:constr type="t" for="ch" forName="Parent2" refType="h" fact="0.108"/>
              <dgm:constr type="w" for="ch" forName="Parent2" refType="w" fact="0.1432"/>
              <dgm:constr type="h" for="ch" forName="Parent2" refType="h" fact="0.1088"/>
              <dgm:constr type="l" for="ch" forName="ChildAccent3" refType="w" fact="0.2865"/>
              <dgm:constr type="t" for="ch" forName="ChildAccent3" refType="h" fact="0.2168"/>
              <dgm:constr type="w" for="ch" forName="ChildAccent3" refType="w" fact="0.1432"/>
              <dgm:constr type="h" for="ch" forName="ChildAccent3" refType="h" fact="0.6091"/>
              <dgm:constr type="l" for="ch" forName="Child3" refType="w" fact="0.3047"/>
              <dgm:constr type="t" for="ch" forName="Child3" refType="h" fact="0.2168"/>
              <dgm:constr type="w" for="ch" forName="Child3" refType="w" fact="0.125"/>
              <dgm:constr type="h" for="ch" forName="Child3" refType="h" fact="0.6091"/>
              <dgm:constr type="l" for="ch" forName="Parent3" refType="w" fact="0.2865"/>
              <dgm:constr type="t" for="ch" forName="Parent3" refType="h" fact="0.087"/>
              <dgm:constr type="w" for="ch" forName="Parent3" refType="w" fact="0.1432"/>
              <dgm:constr type="h" for="ch" forName="Parent3" refType="h" fact="0.1305"/>
              <dgm:constr type="l" for="ch" forName="ChildAccent4" refType="w" fact="0.4297"/>
              <dgm:constr type="t" for="ch" forName="ChildAccent4" refType="h" fact="0.2168"/>
              <dgm:constr type="w" for="ch" forName="ChildAccent4" refType="w" fact="0.1432"/>
              <dgm:constr type="h" for="ch" forName="ChildAccent4" refType="h" fact="0.6526"/>
              <dgm:constr type="l" for="ch" forName="Child4" refType="w" fact="0.4479"/>
              <dgm:constr type="t" for="ch" forName="Child4" refType="h" fact="0.2168"/>
              <dgm:constr type="w" for="ch" forName="Child4" refType="w" fact="0.125"/>
              <dgm:constr type="h" for="ch" forName="Child4" refType="h" fact="0.6526"/>
              <dgm:constr type="l" for="ch" forName="Parent4" refType="w" fact="0.4297"/>
              <dgm:constr type="t" for="ch" forName="Parent4" refType="h" fact="0.0645"/>
              <dgm:constr type="w" for="ch" forName="Parent4" refType="w" fact="0.1432"/>
              <dgm:constr type="h" for="ch" forName="Parent4" refType="h" fact="0.1523"/>
              <dgm:constr type="l" for="ch" forName="ChildAccent5" refType="w" fact="0.5726"/>
              <dgm:constr type="t" for="ch" forName="ChildAccent5" refType="h" fact="0.2168"/>
              <dgm:constr type="w" for="ch" forName="ChildAccent5" refType="w" fact="0.1432"/>
              <dgm:constr type="h" for="ch" forName="ChildAccent5" refType="h" fact="0.6962"/>
              <dgm:constr type="l" for="ch" forName="Child5" refType="w" fact="0.5908"/>
              <dgm:constr type="t" for="ch" forName="Child5" refType="h" fact="0.2168"/>
              <dgm:constr type="w" for="ch" forName="Child5" refType="w" fact="0.125"/>
              <dgm:constr type="h" for="ch" forName="Child5" refType="h" fact="0.6962"/>
              <dgm:constr type="l" for="ch" forName="Parent5" refType="w" fact="0.5726"/>
              <dgm:constr type="t" for="ch" forName="Parent5" refType="h" fact="0.0428"/>
              <dgm:constr type="w" for="ch" forName="Parent5" refType="w" fact="0.1432"/>
              <dgm:constr type="h" for="ch" forName="Parent5" refType="h" fact="0.174"/>
              <dgm:constr type="l" for="ch" forName="ChildAccent6" refType="w" fact="0.7147"/>
              <dgm:constr type="t" for="ch" forName="ChildAccent6" refType="h" fact="0.2168"/>
              <dgm:constr type="w" for="ch" forName="ChildAccent6" refType="w" fact="0.1432"/>
              <dgm:constr type="h" for="ch" forName="ChildAccent6" refType="h" fact="0.7397"/>
              <dgm:constr type="l" for="ch" forName="Child6" refType="w" fact="0.7329"/>
              <dgm:constr type="t" for="ch" forName="Child6" refType="h" fact="0.2168"/>
              <dgm:constr type="w" for="ch" forName="Child6" refType="w" fact="0.125"/>
              <dgm:constr type="h" for="ch" forName="Child6" refType="h" fact="0.7397"/>
              <dgm:constr type="l" for="ch" forName="Parent6" refType="w" fact="0.716"/>
              <dgm:constr type="t" for="ch" forName="Parent6" refType="h" fact="0.0217"/>
              <dgm:constr type="w" for="ch" forName="Parent6" refType="w" fact="0.1424"/>
              <dgm:constr type="h" for="ch" forName="Parent6" refType="h" fact="0.1958"/>
              <dgm:constr type="l" for="ch" forName="ChildAccent7" refType="w" fact="0.8568"/>
              <dgm:constr type="t" for="ch" forName="ChildAccent7" refType="h" fact="0.2168"/>
              <dgm:constr type="w" for="ch" forName="ChildAccent7" refType="w" fact="0.1432"/>
              <dgm:constr type="h" for="ch" forName="ChildAccent7" refType="h" fact="0.7832"/>
              <dgm:constr type="l" for="ch" forName="Child7" refType="w" fact="0.875"/>
              <dgm:constr type="t" for="ch" forName="Child7" refType="h" fact="0.2168"/>
              <dgm:constr type="w" for="ch" forName="Child7" refType="w" fact="0.125"/>
              <dgm:constr type="h" for="ch" forName="Child7" refType="h" fact="0.7832"/>
              <dgm:constr type="l" for="ch" forName="Parent7" refType="w" fact="0.8577"/>
              <dgm:constr type="t" for="ch" forName="Parent7" refType="h" fact="0"/>
              <dgm:constr type="w" for="ch" forName="Parent7" refType="w" fact="0.1423"/>
              <dgm:constr type="h" for="ch" forName="Parent7" refType="h" fact="0.2175"/>
            </dgm:constrLst>
          </dgm:else>
        </dgm:choose>
      </dgm:if>
      <dgm:else name="Name11">
        <dgm:choose name="Name12">
          <dgm:if name="Name13" axis="ch" ptType="node" func="cnt" op="equ" val="1">
            <dgm:alg type="composite">
              <dgm:param type="ar" val="0.45"/>
            </dgm:alg>
            <dgm:constrLst>
              <dgm:constr type="primFontSz" for="des" forName="Child1" val="65"/>
              <dgm:constr type="primFontSz" for="des" forName="Parent1" val="65"/>
              <dgm:constr type="primFontSz" for="des" forName="Child1" refType="primFontSz" refFor="des" refForName="Parent1" op="lte"/>
              <dgm:constr type="l" for="ch" forName="ChildAccent1" refType="w" fact="0"/>
              <dgm:constr type="t" for="ch" forName="ChildAccent1" refType="h" fact="0.1429"/>
              <dgm:constr type="w" for="ch" forName="ChildAccent1" refType="w"/>
              <dgm:constr type="h" for="ch" forName="ChildAccent1" refType="h" fact="0.8571"/>
              <dgm:constr type="l" for="ch" forName="Child1" refType="w" fact="0"/>
              <dgm:constr type="t" for="ch" forName="Child1" refType="h" fact="0.1429"/>
              <dgm:constr type="w" for="ch" forName="Child1" refType="w" fact="0.873"/>
              <dgm:constr type="h" for="ch" forName="Child1" refType="h" fact="0.8571"/>
              <dgm:constr type="l" for="ch" forName="Parent1" refType="w" fact="0"/>
              <dgm:constr type="t" for="ch" forName="Parent1" refType="h" fact="0"/>
              <dgm:constr type="w" for="ch" forName="Parent1" refType="w"/>
              <dgm:constr type="h" for="ch" forName="Parent1" refType="h" fact="0.1429"/>
            </dgm:constrLst>
          </dgm:if>
          <dgm:if name="Name14" axis="ch" ptType="node" func="cnt" op="equ" val="2">
            <dgm:alg type="composite">
              <dgm:param type="ar" val="0.8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Child2" refType="w" fact="0"/>
              <dgm:constr type="t" for="ch" forName="Child2" refType="h" fact="0.1613"/>
              <dgm:constr type="w" for="ch" forName="Child2" refType="w" fact="0.4365"/>
              <dgm:constr type="h" for="ch" forName="Child2" refType="h" fact="0.8387"/>
              <dgm:constr type="l" for="ch" forName="Child1" refType="w" fact="0.5"/>
              <dgm:constr type="t" for="ch" forName="Child1" refType="h" fact="0.1613"/>
              <dgm:constr type="w" for="ch" forName="Child1" refType="w" fact="0.4365"/>
              <dgm:constr type="h" for="ch" forName="Child1" refType="h" fact="0.7742"/>
              <dgm:constr type="l" for="ch" forName="ChildAccent1" refType="w" fact="0.5"/>
              <dgm:constr type="t" for="ch" forName="ChildAccent1" refType="h" fact="0.1613"/>
              <dgm:constr type="w" for="ch" forName="ChildAccent1" refType="w" fact="0.5"/>
              <dgm:constr type="h" for="ch" forName="ChildAccent1" refType="h" fact="0.7742"/>
              <dgm:constr type="l" for="ch" forName="Parent1" refType="w" fact="0.5"/>
              <dgm:constr type="t" for="ch" forName="Parent1" refType="h" fact="0.0323"/>
              <dgm:constr type="w" for="ch" forName="Parent1" refType="w" fact="0.5"/>
              <dgm:constr type="h" for="ch" forName="Parent1" refType="h" fact="0.129"/>
              <dgm:constr type="l" for="ch" forName="ChildAccent2" refType="w" fact="0"/>
              <dgm:constr type="t" for="ch" forName="ChildAccent2" refType="h" fact="0.1613"/>
              <dgm:constr type="w" for="ch" forName="ChildAccent2" refType="w" fact="0.5"/>
              <dgm:constr type="h" for="ch" forName="ChildAccent2" refType="h" fact="0.8387"/>
              <dgm:constr type="l" for="ch" forName="Parent2" refType="w" fact="0"/>
              <dgm:constr type="t" for="ch" forName="Parent2" refType="h" fact="0"/>
              <dgm:constr type="w" for="ch" forName="Parent2" refType="w" fact="0.5"/>
              <dgm:constr type="h" for="ch" forName="Parent2" refType="h" fact="0.1613"/>
            </dgm:constrLst>
          </dgm:if>
          <dgm:if name="Name15" axis="ch" ptType="node" func="cnt" op="equ" val="3">
            <dgm:alg type="composite">
              <dgm:param type="ar" val="1.1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Child3" refType="w" fact="0"/>
              <dgm:constr type="t" for="ch" forName="Child3" refType="h" fact="0.1757"/>
              <dgm:constr type="w" for="ch" forName="Child3" refType="w" fact="0.291"/>
              <dgm:constr type="h" for="ch" forName="Child3" refType="h" fact="0.8243"/>
              <dgm:constr type="l" for="ch" forName="Child2" refType="w" fact="0.3333"/>
              <dgm:constr type="t" for="ch" forName="Child2" refType="h" fact="0.1757"/>
              <dgm:constr type="w" for="ch" forName="Child2" refType="w" fact="0.291"/>
              <dgm:constr type="h" for="ch" forName="Child2" refType="h" fact="0.7655"/>
              <dgm:constr type="l" for="ch" forName="Child1" refType="w" fact="0.6667"/>
              <dgm:constr type="t" for="ch" forName="Child1" refType="h" fact="0.1757"/>
              <dgm:constr type="w" for="ch" forName="Child1" refType="w" fact="0.291"/>
              <dgm:constr type="h" for="ch" forName="Child1" refType="h" fact="0.7066"/>
              <dgm:constr type="l" for="ch" forName="ChildAccent1" refType="w" fact="0.6667"/>
              <dgm:constr type="t" for="ch" forName="ChildAccent1" refType="h" fact="0.1757"/>
              <dgm:constr type="w" for="ch" forName="ChildAccent1" refType="w" fact="0.3333"/>
              <dgm:constr type="h" for="ch" forName="ChildAccent1" refType="h" fact="0.7066"/>
              <dgm:constr type="l" for="ch" forName="Parent1" refType="w" fact="0.6667"/>
              <dgm:constr type="t" for="ch" forName="Parent1" refType="h" fact="0.0579"/>
              <dgm:constr type="w" for="ch" forName="Parent1" refType="w" fact="0.3333"/>
              <dgm:constr type="h" for="ch" forName="Parent1" refType="h" fact="0.1178"/>
              <dgm:constr type="l" for="ch" forName="ChildAccent2" refType="w" fact="0.3333"/>
              <dgm:constr type="t" for="ch" forName="ChildAccent2" refType="h" fact="0.1757"/>
              <dgm:constr type="w" for="ch" forName="ChildAccent2" refType="w" fact="0.3333"/>
              <dgm:constr type="h" for="ch" forName="ChildAccent2" refType="h" fact="0.7655"/>
              <dgm:constr type="l" for="ch" forName="Parent2" refType="w" fact="0.3333"/>
              <dgm:constr type="t" for="ch" forName="Parent2" refType="h" fact="0.0285"/>
              <dgm:constr type="w" for="ch" forName="Parent2" refType="w" fact="0.3333"/>
              <dgm:constr type="h" for="ch" forName="Parent2" refType="h" fact="0.1472"/>
              <dgm:constr type="l" for="ch" forName="ChildAccent3" refType="w" fact="0"/>
              <dgm:constr type="t" for="ch" forName="ChildAccent3" refType="h" fact="0.1757"/>
              <dgm:constr type="w" for="ch" forName="ChildAccent3" refType="w" fact="0.3333"/>
              <dgm:constr type="h" for="ch" forName="ChildAccent3" refType="h" fact="0.8243"/>
              <dgm:constr type="l" for="ch" forName="Parent3" refType="w" fact="0"/>
              <dgm:constr type="t" for="ch" forName="Parent3" refType="h" fact="0"/>
              <dgm:constr type="w" for="ch" forName="Parent3" refType="w" fact="0.3333"/>
              <dgm:constr type="h" for="ch" forName="Parent3" refType="h" fact="0.176"/>
            </dgm:constrLst>
          </dgm:if>
          <dgm:if name="Name16" axis="ch" ptType="node" func="cnt" op="equ" val="4">
            <dgm:alg type="composite">
              <dgm:param type="ar" val="1.362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Child4" refType="w" fact="0"/>
              <dgm:constr type="t" for="ch" forName="Child4" refType="h" fact="0.1892"/>
              <dgm:constr type="w" for="ch" forName="Child4" refType="w" fact="0.2183"/>
              <dgm:constr type="h" for="ch" forName="Child4" refType="h" fact="0.8108"/>
              <dgm:constr type="l" for="ch" forName="Child3" refType="w" fact="0.25"/>
              <dgm:constr type="t" for="ch" forName="Child3" refType="h" fact="0.1892"/>
              <dgm:constr type="w" for="ch" forName="Child3" refType="w" fact="0.2183"/>
              <dgm:constr type="h" for="ch" forName="Child3" refType="h" fact="0.7568"/>
              <dgm:constr type="l" for="ch" forName="Child2" refType="w" fact="0.5"/>
              <dgm:constr type="t" for="ch" forName="Child2" refType="h" fact="0.1892"/>
              <dgm:constr type="w" for="ch" forName="Child2" refType="w" fact="0.2183"/>
              <dgm:constr type="h" for="ch" forName="Child2" refType="h" fact="0.7027"/>
              <dgm:constr type="l" for="ch" forName="Child1" refType="w" fact="0.75"/>
              <dgm:constr type="t" for="ch" forName="Child1" refType="h" fact="0.1892"/>
              <dgm:constr type="w" for="ch" forName="Child1" refType="w" fact="0.2183"/>
              <dgm:constr type="h" for="ch" forName="Child1" refType="h" fact="0.6486"/>
              <dgm:constr type="l" for="ch" forName="ChildAccent1" refType="w" fact="0.75"/>
              <dgm:constr type="t" for="ch" forName="ChildAccent1" refType="h" fact="0.1892"/>
              <dgm:constr type="w" for="ch" forName="ChildAccent1" refType="w" fact="0.25"/>
              <dgm:constr type="h" for="ch" forName="ChildAccent1" refType="h" fact="0.6486"/>
              <dgm:constr type="l" for="ch" forName="Parent1" refType="w" fact="0.75"/>
              <dgm:constr type="t" for="ch" forName="Parent1" refType="h" fact="0.0811"/>
              <dgm:constr type="w" for="ch" forName="Parent1" refType="w" fact="0.25"/>
              <dgm:constr type="h" for="ch" forName="Parent1" refType="h" fact="0.1081"/>
              <dgm:constr type="l" for="ch" forName="ChildAccent2" refType="w" fact="0.5"/>
              <dgm:constr type="t" for="ch" forName="ChildAccent2" refType="h" fact="0.1892"/>
              <dgm:constr type="w" for="ch" forName="ChildAccent2" refType="w" fact="0.25"/>
              <dgm:constr type="h" for="ch" forName="ChildAccent2" refType="h" fact="0.7027"/>
              <dgm:constr type="l" for="ch" forName="Parent2" refType="w" fact="0.5"/>
              <dgm:constr type="t" for="ch" forName="Parent2" refType="h" fact="0.0541"/>
              <dgm:constr type="w" for="ch" forName="Parent2" refType="w" fact="0.25"/>
              <dgm:constr type="h" for="ch" forName="Parent2" refType="h" fact="0.1351"/>
              <dgm:constr type="l" for="ch" forName="ChildAccent3" refType="w" fact="0.25"/>
              <dgm:constr type="t" for="ch" forName="ChildAccent3" refType="h" fact="0.1892"/>
              <dgm:constr type="w" for="ch" forName="ChildAccent3" refType="w" fact="0.25"/>
              <dgm:constr type="h" for="ch" forName="ChildAccent3" refType="h" fact="0.7568"/>
              <dgm:constr type="l" for="ch" forName="Parent3" refType="w" fact="0.25"/>
              <dgm:constr type="t" for="ch" forName="Parent3" refType="h" fact="0.0279"/>
              <dgm:constr type="w" for="ch" forName="Parent3" refType="w" fact="0.25"/>
              <dgm:constr type="h" for="ch" forName="Parent3" refType="h" fact="0.161"/>
              <dgm:constr type="l" for="ch" forName="ChildAccent4" refType="w" fact="0"/>
              <dgm:constr type="t" for="ch" forName="ChildAccent4" refType="h" fact="0.1892"/>
              <dgm:constr type="w" for="ch" forName="ChildAccent4" refType="w" fact="0.25"/>
              <dgm:constr type="h" for="ch" forName="ChildAccent4" refType="h" fact="0.8108"/>
              <dgm:constr type="l" for="ch" forName="Parent4" refType="w" fact="0"/>
              <dgm:constr type="t" for="ch" forName="Parent4" refType="h" fact="0"/>
              <dgm:constr type="w" for="ch" forName="Parent4" refType="w" fact="0.25"/>
              <dgm:constr type="h" for="ch" forName="Parent4" refType="h" fact="0.1892"/>
            </dgm:constrLst>
          </dgm:if>
          <dgm:if name="Name17" axis="ch" ptType="node" func="cnt" op="equ" val="5">
            <dgm:alg type="composite">
              <dgm:param type="ar" val="1.574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Child5" refType="w" fact="0"/>
              <dgm:constr type="t" for="ch" forName="Child5" refType="h" fact="0.2"/>
              <dgm:constr type="w" for="ch" forName="Child5" refType="w" fact="0.1747"/>
              <dgm:constr type="h" for="ch" forName="Child5" refType="h" fact="0.8"/>
              <dgm:constr type="l" for="ch" forName="Child4" refType="w" fact="0.2001"/>
              <dgm:constr type="t" for="ch" forName="Child4" refType="h" fact="0.2"/>
              <dgm:constr type="w" for="ch" forName="Child4" refType="w" fact="0.1747"/>
              <dgm:constr type="h" for="ch" forName="Child4" refType="h" fact="0.75"/>
              <dgm:constr type="l" for="ch" forName="Child3" refType="w" fact="0.4002"/>
              <dgm:constr type="t" for="ch" forName="Child3" refType="h" fact="0.2"/>
              <dgm:constr type="w" for="ch" forName="Child3" refType="w" fact="0.1747"/>
              <dgm:constr type="h" for="ch" forName="Child3" refType="h" fact="0.7"/>
              <dgm:constr type="l" for="ch" forName="Child2" refType="w" fact="0.6003"/>
              <dgm:constr type="t" for="ch" forName="Child2" refType="h" fact="0.2"/>
              <dgm:constr type="w" for="ch" forName="Child2" refType="w" fact="0.1747"/>
              <dgm:constr type="h" for="ch" forName="Child2" refType="h" fact="0.65"/>
              <dgm:constr type="l" for="ch" forName="Child1" refType="w" fact="0.7999"/>
              <dgm:constr type="t" for="ch" forName="Child1" refType="h" fact="0.2"/>
              <dgm:constr type="w" for="ch" forName="Child1" refType="w" fact="0.1747"/>
              <dgm:constr type="h" for="ch" forName="Child1" refType="h" fact="0.6"/>
              <dgm:constr type="l" for="ch" forName="ChildAccent1" refType="w" fact="0.7999"/>
              <dgm:constr type="t" for="ch" forName="ChildAccent1" refType="h" fact="0.2"/>
              <dgm:constr type="w" for="ch" forName="ChildAccent1" refType="w" fact="0.2001"/>
              <dgm:constr type="h" for="ch" forName="ChildAccent1" refType="h" fact="0.6"/>
              <dgm:constr type="l" for="ch" forName="Parent1" refType="w" fact="0.7999"/>
              <dgm:constr type="t" for="ch" forName="Parent1" refType="h" fact="0.1"/>
              <dgm:constr type="w" for="ch" forName="Parent1" refType="w" fact="0.2001"/>
              <dgm:constr type="h" for="ch" forName="Parent1" refType="h" fact="0.1"/>
              <dgm:constr type="l" for="ch" forName="ChildAccent2" refType="w" fact="0.6003"/>
              <dgm:constr type="t" for="ch" forName="ChildAccent2" refType="h" fact="0.2"/>
              <dgm:constr type="w" for="ch" forName="ChildAccent2" refType="w" fact="0.2001"/>
              <dgm:constr type="h" for="ch" forName="ChildAccent2" refType="h" fact="0.65"/>
              <dgm:constr type="l" for="ch" forName="Parent2" refType="w" fact="0.6003"/>
              <dgm:constr type="t" for="ch" forName="Parent2" refType="h" fact="0.075"/>
              <dgm:constr type="w" for="ch" forName="Parent2" refType="w" fact="0.2001"/>
              <dgm:constr type="h" for="ch" forName="Parent2" refType="h" fact="0.125"/>
              <dgm:constr type="l" for="ch" forName="ChildAccent3" refType="w" fact="0.4002"/>
              <dgm:constr type="t" for="ch" forName="ChildAccent3" refType="h" fact="0.2"/>
              <dgm:constr type="w" for="ch" forName="ChildAccent3" refType="w" fact="0.2001"/>
              <dgm:constr type="h" for="ch" forName="ChildAccent3" refType="h" fact="0.7"/>
              <dgm:constr type="l" for="ch" forName="Parent3" refType="w" fact="0.4002"/>
              <dgm:constr type="t" for="ch" forName="Parent3" refType="h" fact="0.0508"/>
              <dgm:constr type="w" for="ch" forName="Parent3" refType="w" fact="0.2001"/>
              <dgm:constr type="h" for="ch" forName="Parent3" refType="h" fact="0.15"/>
              <dgm:constr type="l" for="ch" forName="ChildAccent4" refType="w" fact="0.2001"/>
              <dgm:constr type="t" for="ch" forName="ChildAccent4" refType="h" fact="0.2"/>
              <dgm:constr type="w" for="ch" forName="ChildAccent4" refType="w" fact="0.2001"/>
              <dgm:constr type="h" for="ch" forName="ChildAccent4" refType="h" fact="0.75"/>
              <dgm:constr type="l" for="ch" forName="Parent4" refType="w" fact="0.2001"/>
              <dgm:constr type="t" for="ch" forName="Parent4" refType="h" fact="0.025"/>
              <dgm:constr type="w" for="ch" forName="Parent4" refType="w" fact="0.2001"/>
              <dgm:constr type="h" for="ch" forName="Parent4" refType="h" fact="0.175"/>
              <dgm:constr type="l" for="ch" forName="ChildAccent5" refType="w" fact="0"/>
              <dgm:constr type="t" for="ch" forName="ChildAccent5" refType="h" fact="0.2"/>
              <dgm:constr type="w" for="ch" forName="ChildAccent5" refType="w" fact="0.2001"/>
              <dgm:constr type="h" for="ch" forName="ChildAccent5" refType="h" fact="0.8"/>
              <dgm:constr type="l" for="ch" forName="Parent5" refType="w" fact="0"/>
              <dgm:constr type="t" for="ch" forName="Parent5" refType="h" fact="0"/>
              <dgm:constr type="w" for="ch" forName="Parent5" refType="w" fact="0.2001"/>
              <dgm:constr type="h" for="ch" forName="Parent5" refType="h" fact="0.2"/>
            </dgm:constrLst>
          </dgm:if>
          <dgm:if name="Name18" axis="ch" ptType="node" func="cnt" op="equ" val="6">
            <dgm:alg type="composite">
              <dgm:param type="ar" val="1.756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Child6" refType="w" fact="0"/>
              <dgm:constr type="t" for="ch" forName="Child6" refType="h" fact="0.2087"/>
              <dgm:constr type="w" for="ch" forName="Child6" refType="w" fact="0.1458"/>
              <dgm:constr type="h" for="ch" forName="Child6" refType="h" fact="0.7913"/>
              <dgm:constr type="l" for="ch" forName="Child5" refType="w" fact="0.167"/>
              <dgm:constr type="t" for="ch" forName="Child5" refType="h" fact="0.2087"/>
              <dgm:constr type="w" for="ch" forName="Child5" refType="w" fact="0.1458"/>
              <dgm:constr type="h" for="ch" forName="Child5" refType="h" fact="0.7448"/>
              <dgm:constr type="l" for="ch" forName="Child4" refType="w" fact="0.3339"/>
              <dgm:constr type="t" for="ch" forName="Child4" refType="h" fact="0.2087"/>
              <dgm:constr type="w" for="ch" forName="Child4" refType="w" fact="0.1458"/>
              <dgm:constr type="h" for="ch" forName="Child4" refType="h" fact="0.6982"/>
              <dgm:constr type="l" for="ch" forName="Child3" refType="w" fact="0.5009"/>
              <dgm:constr type="t" for="ch" forName="Child3" refType="h" fact="0.2087"/>
              <dgm:constr type="w" for="ch" forName="Child3" refType="w" fact="0.1458"/>
              <dgm:constr type="h" for="ch" forName="Child3" refType="h" fact="0.6517"/>
              <dgm:constr type="l" for="ch" forName="Child2" refType="w" fact="0.6674"/>
              <dgm:constr type="t" for="ch" forName="Child2" refType="h" fact="0.2087"/>
              <dgm:constr type="w" for="ch" forName="Child2" refType="w" fact="0.1458"/>
              <dgm:constr type="h" for="ch" forName="Child2" refType="h" fact="0.6051"/>
              <dgm:constr type="l" for="ch" forName="Child1" refType="w" fact="0.833"/>
              <dgm:constr type="t" for="ch" forName="Child1" refType="h" fact="0.2087"/>
              <dgm:constr type="w" for="ch" forName="Child1" refType="w" fact="0.1458"/>
              <dgm:constr type="h" for="ch" forName="Child1" refType="h" fact="0.5586"/>
              <dgm:constr type="l" for="ch" forName="ChildAccent1" refType="w" fact="0.833"/>
              <dgm:constr type="t" for="ch" forName="ChildAccent1" refType="h" fact="0.2087"/>
              <dgm:constr type="w" for="ch" forName="ChildAccent1" refType="w" fact="0.167"/>
              <dgm:constr type="h" for="ch" forName="ChildAccent1" refType="h" fact="0.5586"/>
              <dgm:constr type="l" for="ch" forName="Parent1" refType="w" fact="0.833"/>
              <dgm:constr type="t" for="ch" forName="Parent1" refType="h" fact="0.1156"/>
              <dgm:constr type="w" for="ch" forName="Parent1" refType="w" fact="0.167"/>
              <dgm:constr type="h" for="ch" forName="Parent1" refType="h" fact="0.0931"/>
              <dgm:constr type="l" for="ch" forName="ChildAccent2" refType="w" fact="0.6674"/>
              <dgm:constr type="t" for="ch" forName="ChildAccent2" refType="h" fact="0.2087"/>
              <dgm:constr type="w" for="ch" forName="ChildAccent2" refType="w" fact="0.167"/>
              <dgm:constr type="h" for="ch" forName="ChildAccent2" refType="h" fact="0.6051"/>
              <dgm:constr type="l" for="ch" forName="Parent2" refType="w" fact="0.6674"/>
              <dgm:constr type="t" for="ch" forName="Parent2" refType="h" fact="0.0923"/>
              <dgm:constr type="w" for="ch" forName="Parent2" refType="w" fact="0.165"/>
              <dgm:constr type="h" for="ch" forName="Parent2" refType="h" fact="0.1164"/>
              <dgm:constr type="l" for="ch" forName="ChildAccent3" refType="w" fact="0.5009"/>
              <dgm:constr type="t" for="ch" forName="ChildAccent3" refType="h" fact="0.2087"/>
              <dgm:constr type="w" for="ch" forName="ChildAccent3" refType="w" fact="0.167"/>
              <dgm:constr type="h" for="ch" forName="ChildAccent3" refType="h" fact="0.6517"/>
              <dgm:constr type="l" for="ch" forName="Parent3" refType="w" fact="0.5009"/>
              <dgm:constr type="t" for="ch" forName="Parent3" refType="h" fact="0.0698"/>
              <dgm:constr type="w" for="ch" forName="Parent3" refType="w" fact="0.166"/>
              <dgm:constr type="h" for="ch" forName="Parent3" refType="h" fact="0.1396"/>
              <dgm:constr type="l" for="ch" forName="ChildAccent4" refType="w" fact="0.3339"/>
              <dgm:constr type="t" for="ch" forName="ChildAccent4" refType="h" fact="0.2087"/>
              <dgm:constr type="w" for="ch" forName="ChildAccent4" refType="w" fact="0.167"/>
              <dgm:constr type="h" for="ch" forName="ChildAccent4" refType="h" fact="0.6982"/>
              <dgm:constr type="l" for="ch" forName="Parent4" refType="w" fact="0.3339"/>
              <dgm:constr type="t" for="ch" forName="Parent4" refType="h" fact="0.0458"/>
              <dgm:constr type="w" for="ch" forName="Parent4" refType="w" fact="0.167"/>
              <dgm:constr type="h" for="ch" forName="Parent4" refType="h" fact="0.1629"/>
              <dgm:constr type="l" for="ch" forName="ChildAccent5" refType="w" fact="0.167"/>
              <dgm:constr type="t" for="ch" forName="ChildAccent5" refType="h" fact="0.2087"/>
              <dgm:constr type="w" for="ch" forName="ChildAccent5" refType="w" fact="0.167"/>
              <dgm:constr type="h" for="ch" forName="ChildAccent5" refType="h" fact="0.7448"/>
              <dgm:constr type="l" for="ch" forName="Parent5" refType="w" fact="0.167"/>
              <dgm:constr type="t" for="ch" forName="Parent5" refType="h" fact="0.0225"/>
              <dgm:constr type="w" for="ch" forName="Parent5" refType="w" fact="0.167"/>
              <dgm:constr type="h" for="ch" forName="Parent5" refType="h" fact="0.1862"/>
              <dgm:constr type="l" for="ch" forName="ChildAccent6" refType="w" fact="0"/>
              <dgm:constr type="t" for="ch" forName="ChildAccent6" refType="h" fact="0.2087"/>
              <dgm:constr type="w" for="ch" forName="ChildAccent6" refType="w" fact="0.167"/>
              <dgm:constr type="h" for="ch" forName="ChildAccent6" refType="h" fact="0.7913"/>
              <dgm:constr type="l" for="ch" forName="Parent6" refType="w" fact="0"/>
              <dgm:constr type="t" for="ch" forName="Parent6" refType="h" fact="0"/>
              <dgm:constr type="w" for="ch" forName="Parent6" refType="w" fact="0.167"/>
              <dgm:constr type="h" for="ch" forName="Parent6" refType="h" fact="0.2095"/>
            </dgm:constrLst>
          </dgm:if>
          <dgm:else name="Name19">
            <dgm:alg type="composite">
              <dgm:param type="ar" val="1.91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Child7" refType="w" fact="0"/>
              <dgm:constr type="t" for="ch" forName="Child7" refType="h" fact="0.2168"/>
              <dgm:constr type="w" for="ch" forName="Child7" refType="w" fact="0.125"/>
              <dgm:constr type="h" for="ch" forName="Child7" refType="h" fact="0.7832"/>
              <dgm:constr type="l" for="ch" forName="Child6" refType="w" fact="0.1432"/>
              <dgm:constr type="t" for="ch" forName="Child6" refType="h" fact="0.2168"/>
              <dgm:constr type="w" for="ch" forName="Child6" refType="w" fact="0.125"/>
              <dgm:constr type="h" for="ch" forName="Child6" refType="h" fact="0.7397"/>
              <dgm:constr type="l" for="ch" forName="Child5" refType="w" fact="0.2865"/>
              <dgm:constr type="t" for="ch" forName="Child5" refType="h" fact="0.2168"/>
              <dgm:constr type="w" for="ch" forName="Child5" refType="w" fact="0.125"/>
              <dgm:constr type="h" for="ch" forName="Child5" refType="h" fact="0.6962"/>
              <dgm:constr type="l" for="ch" forName="Child4" refType="w" fact="0.4297"/>
              <dgm:constr type="t" for="ch" forName="Child4" refType="h" fact="0.2168"/>
              <dgm:constr type="w" for="ch" forName="Child4" refType="w" fact="0.125"/>
              <dgm:constr type="h" for="ch" forName="Child4" refType="h" fact="0.6526"/>
              <dgm:constr type="l" for="ch" forName="Child3" refType="w" fact="0.5726"/>
              <dgm:constr type="t" for="ch" forName="Child3" refType="h" fact="0.2168"/>
              <dgm:constr type="w" for="ch" forName="Child3" refType="w" fact="0.125"/>
              <dgm:constr type="h" for="ch" forName="Child3" refType="h" fact="0.6091"/>
              <dgm:constr type="l" for="ch" forName="Child2" refType="w" fact="0.7147"/>
              <dgm:constr type="t" for="ch" forName="Child2" refType="h" fact="0.2168"/>
              <dgm:constr type="w" for="ch" forName="Child2" refType="w" fact="0.125"/>
              <dgm:constr type="h" for="ch" forName="Child2" refType="h" fact="0.5656"/>
              <dgm:constr type="l" for="ch" forName="Child1" refType="w" fact="0.8568"/>
              <dgm:constr type="t" for="ch" forName="Child1" refType="h" fact="0.2168"/>
              <dgm:constr type="w" for="ch" forName="Child1" refType="w" fact="0.125"/>
              <dgm:constr type="h" for="ch" forName="Child1" refType="h" fact="0.5221"/>
              <dgm:constr type="l" for="ch" forName="ChildAccent1" refType="w" fact="0.8568"/>
              <dgm:constr type="t" for="ch" forName="ChildAccent1" refType="h" fact="0.2168"/>
              <dgm:constr type="w" for="ch" forName="ChildAccent1" refType="w" fact="0.1432"/>
              <dgm:constr type="h" for="ch" forName="ChildAccent1" refType="h" fact="0.5221"/>
              <dgm:constr type="l" for="ch" forName="Parent1" refType="w" fact="0.8568"/>
              <dgm:constr type="t" for="ch" forName="Parent1" refType="h" fact="0.1298"/>
              <dgm:constr type="w" for="ch" forName="Parent1" refType="w" fact="0.1432"/>
              <dgm:constr type="h" for="ch" forName="Parent1" refType="h" fact="0.087"/>
              <dgm:constr type="l" for="ch" forName="ChildAccent2" refType="w" fact="0.7147"/>
              <dgm:constr type="t" for="ch" forName="ChildAccent2" refType="h" fact="0.2168"/>
              <dgm:constr type="w" for="ch" forName="ChildAccent2" refType="w" fact="0.1432"/>
              <dgm:constr type="h" for="ch" forName="ChildAccent2" refType="h" fact="0.5656"/>
              <dgm:constr type="l" for="ch" forName="Parent2" refType="w" fact="0.7147"/>
              <dgm:constr type="t" for="ch" forName="Parent2" refType="h" fact="0.108"/>
              <dgm:constr type="w" for="ch" forName="Parent2" refType="w" fact="0.1425"/>
              <dgm:constr type="h" for="ch" forName="Parent2" refType="h" fact="0.1088"/>
              <dgm:constr type="l" for="ch" forName="ChildAccent3" refType="w" fact="0.5726"/>
              <dgm:constr type="t" for="ch" forName="ChildAccent3" refType="h" fact="0.2168"/>
              <dgm:constr type="w" for="ch" forName="ChildAccent3" refType="w" fact="0.1432"/>
              <dgm:constr type="h" for="ch" forName="ChildAccent3" refType="h" fact="0.6091"/>
              <dgm:constr type="l" for="ch" forName="Parent3" refType="w" fact="0.5726"/>
              <dgm:constr type="t" for="ch" forName="Parent3" refType="h" fact="0.087"/>
              <dgm:constr type="w" for="ch" forName="Parent3" refType="w" fact="0.142"/>
              <dgm:constr type="h" for="ch" forName="Parent3" refType="h" fact="0.1305"/>
              <dgm:constr type="l" for="ch" forName="ChildAccent4" refType="w" fact="0.4297"/>
              <dgm:constr type="t" for="ch" forName="ChildAccent4" refType="h" fact="0.2168"/>
              <dgm:constr type="w" for="ch" forName="ChildAccent4" refType="w" fact="0.1432"/>
              <dgm:constr type="h" for="ch" forName="ChildAccent4" refType="h" fact="0.6526"/>
              <dgm:constr type="l" for="ch" forName="Parent4" refType="w" fact="0.4297"/>
              <dgm:constr type="t" for="ch" forName="Parent4" refType="h" fact="0.0645"/>
              <dgm:constr type="w" for="ch" forName="Parent4" refType="w" fact="0.1432"/>
              <dgm:constr type="h" for="ch" forName="Parent4" refType="h" fact="0.1523"/>
              <dgm:constr type="l" for="ch" forName="ChildAccent5" refType="w" fact="0.2865"/>
              <dgm:constr type="t" for="ch" forName="ChildAccent5" refType="h" fact="0.2168"/>
              <dgm:constr type="w" for="ch" forName="ChildAccent5" refType="w" fact="0.1432"/>
              <dgm:constr type="h" for="ch" forName="ChildAccent5" refType="h" fact="0.6962"/>
              <dgm:constr type="l" for="ch" forName="Parent5" refType="w" fact="0.2865"/>
              <dgm:constr type="t" for="ch" forName="Parent5" refType="h" fact="0.0428"/>
              <dgm:constr type="w" for="ch" forName="Parent5" refType="w" fact="0.1432"/>
              <dgm:constr type="h" for="ch" forName="Parent5" refType="h" fact="0.174"/>
              <dgm:constr type="l" for="ch" forName="ChildAccent6" refType="w" fact="0.1432"/>
              <dgm:constr type="t" for="ch" forName="ChildAccent6" refType="h" fact="0.2168"/>
              <dgm:constr type="w" for="ch" forName="ChildAccent6" refType="w" fact="0.1432"/>
              <dgm:constr type="h" for="ch" forName="ChildAccent6" refType="h" fact="0.7397"/>
              <dgm:constr type="l" for="ch" forName="Parent6" refType="w" fact="0.1432"/>
              <dgm:constr type="t" for="ch" forName="Parent6" refType="h" fact="0.0217"/>
              <dgm:constr type="w" for="ch" forName="Parent6" refType="w" fact="0.1432"/>
              <dgm:constr type="h" for="ch" forName="Parent6" refType="h" fact="0.1958"/>
              <dgm:constr type="l" for="ch" forName="ChildAccent7" refType="w" fact="0"/>
              <dgm:constr type="t" for="ch" forName="ChildAccent7" refType="h" fact="0.2168"/>
              <dgm:constr type="w" for="ch" forName="ChildAccent7" refType="w" fact="0.1432"/>
              <dgm:constr type="h" for="ch" forName="ChildAccent7" refType="h" fact="0.7832"/>
              <dgm:constr type="l" for="ch" forName="Parent7" refType="w" fact="0"/>
              <dgm:constr type="t" for="ch" forName="Parent7" refType="h" fact="0"/>
              <dgm:constr type="w" for="ch" forName="Parent7" refType="w" fact="0.1432"/>
              <dgm:constr type="h" for="ch" forName="Parent7" refType="h" fact="0.2175"/>
            </dgm:constrLst>
          </dgm:else>
        </dgm:choose>
      </dgm:else>
    </dgm:choose>
    <dgm:forEach name="wrapper" axis="self" ptType="parTrans">
      <dgm:forEach name="accentRepeat" axis="self">
        <dgm:layoutNode name="ChildAccent" styleLbl="alignImgPlace1">
          <dgm:alg type="sp"/>
          <dgm:choose name="Name20">
            <dgm:if name="Name21" axis="followSib" ptType="node" func="cnt" op="equ" val="0">
              <dgm:shape xmlns:r="http://schemas.openxmlformats.org/officeDocument/2006/relationships" type="wedgeRectCallout" r:blip="">
                <dgm:adjLst>
                  <dgm:adj idx="1" val="0"/>
                  <dgm:adj idx="2" val="0"/>
                </dgm:adjLst>
              </dgm:shape>
            </dgm:if>
            <dgm:else name="Name22">
              <dgm:choose name="Name23">
                <dgm:if name="Name24" axis="precedSib" ptType="node" func="cnt" op="equ" val="6">
                  <dgm:shape xmlns:r="http://schemas.openxmlformats.org/officeDocument/2006/relationships" type="wedgeRectCallout" r:blip="">
                    <dgm:adjLst>
                      <dgm:adj idx="1" val="0"/>
                      <dgm:adj idx="2" val="0"/>
                    </dgm:adjLst>
                  </dgm:shape>
                </dgm:if>
                <dgm:else name="Name25">
                  <dgm:choose name="Name26">
                    <dgm:if name="Name27" func="var" arg="dir" op="equ" val="norm">
                      <dgm:shape xmlns:r="http://schemas.openxmlformats.org/officeDocument/2006/relationships" type="wedgeRectCallout" r:blip="">
                        <dgm:adjLst>
                          <dgm:adj idx="1" val="0.625"/>
                          <dgm:adj idx="2" val="0.2083"/>
                        </dgm:adjLst>
                      </dgm:shape>
                    </dgm:if>
                    <dgm:else name="Name28">
                      <dgm:shape xmlns:r="http://schemas.openxmlformats.org/officeDocument/2006/relationships" type="wedgeRectCallout" r:blip="">
                        <dgm:adjLst>
                          <dgm:adj idx="1" val="-0.625"/>
                          <dgm:adj idx="2" val="0.2083"/>
                        </dgm:adjLst>
                      </dgm:shape>
                    </dgm:else>
                  </dgm:choose>
                </dgm:else>
              </dgm:choose>
            </dgm:else>
          </dgm:choose>
          <dgm:presOf axis="des" ptType="node"/>
        </dgm:layoutNode>
      </dgm:forEach>
    </dgm:forEach>
    <dgm:forEach name="Name29" axis="ch" ptType="node" st="7" cnt="1">
      <dgm:layoutNode name="ChildAccent7">
        <dgm:alg type="sp"/>
        <dgm:shape xmlns:r="http://schemas.openxmlformats.org/officeDocument/2006/relationships" r:blip="">
          <dgm:adjLst/>
        </dgm:shape>
        <dgm:presOf/>
        <dgm:constrLst/>
        <dgm:forEach name="Name30" ref="accentRepeat"/>
      </dgm:layoutNode>
      <dgm:layoutNode name="Child7" styleLbl="revTx">
        <dgm:varLst>
          <dgm:chMax val="0"/>
          <dgm:chPref val="0"/>
          <dgm:bulletEnabled val="1"/>
        </dgm:varLst>
        <dgm:choose name="Name31">
          <dgm:if name="Name32" func="var" arg="dir" op="equ" val="norm">
            <dgm:alg type="tx">
              <dgm:param type="parTxLTRAlign" val="r"/>
              <dgm:param type="shpTxLTRAlignCh" val="r"/>
              <dgm:param type="txAnchorVert" val="t"/>
            </dgm:alg>
          </dgm:if>
          <dgm:else name="Name3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7"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34" axis="ch" ptType="node" st="6" cnt="1">
      <dgm:layoutNode name="ChildAccent6">
        <dgm:alg type="sp"/>
        <dgm:shape xmlns:r="http://schemas.openxmlformats.org/officeDocument/2006/relationships" r:blip="">
          <dgm:adjLst/>
        </dgm:shape>
        <dgm:presOf/>
        <dgm:constrLst/>
        <dgm:forEach name="Name35" ref="accentRepeat"/>
      </dgm:layoutNode>
      <dgm:layoutNode name="Child6" styleLbl="revTx">
        <dgm:varLst>
          <dgm:chMax val="0"/>
          <dgm:chPref val="0"/>
          <dgm:bulletEnabled val="1"/>
        </dgm:varLst>
        <dgm:choose name="Name36">
          <dgm:if name="Name37" func="var" arg="dir" op="equ" val="norm">
            <dgm:alg type="tx">
              <dgm:param type="parTxLTRAlign" val="r"/>
              <dgm:param type="shpTxLTRAlignCh" val="r"/>
              <dgm:param type="txAnchorVert" val="t"/>
            </dgm:alg>
          </dgm:if>
          <dgm:else name="Name38">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6"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39" axis="ch" ptType="node" st="5" cnt="1">
      <dgm:layoutNode name="ChildAccent5">
        <dgm:alg type="sp"/>
        <dgm:shape xmlns:r="http://schemas.openxmlformats.org/officeDocument/2006/relationships" r:blip="">
          <dgm:adjLst/>
        </dgm:shape>
        <dgm:presOf/>
        <dgm:constrLst/>
        <dgm:forEach name="Name40" ref="accentRepeat"/>
      </dgm:layoutNode>
      <dgm:layoutNode name="Child5" styleLbl="revTx">
        <dgm:varLst>
          <dgm:chMax val="0"/>
          <dgm:chPref val="0"/>
          <dgm:bulletEnabled val="1"/>
        </dgm:varLst>
        <dgm:choose name="Name41">
          <dgm:if name="Name42" func="var" arg="dir" op="equ" val="norm">
            <dgm:alg type="tx">
              <dgm:param type="parTxLTRAlign" val="r"/>
              <dgm:param type="shpTxLTRAlignCh" val="r"/>
              <dgm:param type="txAnchorVert" val="t"/>
            </dgm:alg>
          </dgm:if>
          <dgm:else name="Name4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5"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44" axis="ch" ptType="node" st="4" cnt="1">
      <dgm:layoutNode name="ChildAccent4">
        <dgm:alg type="sp"/>
        <dgm:shape xmlns:r="http://schemas.openxmlformats.org/officeDocument/2006/relationships" r:blip="">
          <dgm:adjLst/>
        </dgm:shape>
        <dgm:presOf/>
        <dgm:constrLst/>
        <dgm:forEach name="Name45" ref="accentRepeat"/>
      </dgm:layoutNode>
      <dgm:layoutNode name="Child4" styleLbl="revTx">
        <dgm:varLst>
          <dgm:chMax val="0"/>
          <dgm:chPref val="0"/>
          <dgm:bulletEnabled val="1"/>
        </dgm:varLst>
        <dgm:choose name="Name46">
          <dgm:if name="Name47" func="var" arg="dir" op="equ" val="norm">
            <dgm:alg type="tx">
              <dgm:param type="parTxLTRAlign" val="r"/>
              <dgm:param type="shpTxLTRAlignCh" val="r"/>
              <dgm:param type="txAnchorVert" val="t"/>
            </dgm:alg>
          </dgm:if>
          <dgm:else name="Name48">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4"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49" axis="ch" ptType="node" st="3" cnt="1">
      <dgm:layoutNode name="ChildAccent3">
        <dgm:alg type="sp"/>
        <dgm:shape xmlns:r="http://schemas.openxmlformats.org/officeDocument/2006/relationships" r:blip="">
          <dgm:adjLst/>
        </dgm:shape>
        <dgm:presOf/>
        <dgm:constrLst/>
        <dgm:forEach name="Name50" ref="accentRepeat"/>
      </dgm:layoutNode>
      <dgm:layoutNode name="Child3" styleLbl="revTx">
        <dgm:varLst>
          <dgm:chMax val="0"/>
          <dgm:chPref val="0"/>
          <dgm:bulletEnabled val="1"/>
        </dgm:varLst>
        <dgm:choose name="Name51">
          <dgm:if name="Name52" func="var" arg="dir" op="equ" val="norm">
            <dgm:alg type="tx">
              <dgm:param type="parTxLTRAlign" val="r"/>
              <dgm:param type="shpTxLTRAlignCh" val="r"/>
              <dgm:param type="txAnchorVert" val="t"/>
            </dgm:alg>
          </dgm:if>
          <dgm:else name="Name5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3"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54" axis="ch" ptType="node" st="2" cnt="1">
      <dgm:layoutNode name="ChildAccent2">
        <dgm:alg type="sp"/>
        <dgm:shape xmlns:r="http://schemas.openxmlformats.org/officeDocument/2006/relationships" r:blip="">
          <dgm:adjLst/>
        </dgm:shape>
        <dgm:presOf/>
        <dgm:constrLst/>
        <dgm:forEach name="Name55" ref="accentRepeat"/>
      </dgm:layoutNode>
      <dgm:layoutNode name="Child2" styleLbl="revTx">
        <dgm:varLst>
          <dgm:chMax val="0"/>
          <dgm:chPref val="0"/>
          <dgm:bulletEnabled val="1"/>
        </dgm:varLst>
        <dgm:choose name="Name56">
          <dgm:if name="Name57" func="var" arg="dir" op="equ" val="norm">
            <dgm:alg type="tx">
              <dgm:param type="parTxLTRAlign" val="r"/>
              <dgm:param type="shpTxLTRAlignCh" val="r"/>
              <dgm:param type="txAnchorVert" val="t"/>
            </dgm:alg>
          </dgm:if>
          <dgm:else name="Name58">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2"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59" axis="ch" ptType="node" cnt="1">
      <dgm:layoutNode name="ChildAccent1">
        <dgm:alg type="sp"/>
        <dgm:shape xmlns:r="http://schemas.openxmlformats.org/officeDocument/2006/relationships" r:blip="">
          <dgm:adjLst/>
        </dgm:shape>
        <dgm:presOf/>
        <dgm:constrLst/>
        <dgm:forEach name="Name60" ref="accentRepeat"/>
      </dgm:layoutNode>
      <dgm:layoutNode name="Child1" styleLbl="revTx">
        <dgm:varLst>
          <dgm:chMax val="0"/>
          <dgm:chPref val="0"/>
          <dgm:bulletEnabled val="1"/>
        </dgm:varLst>
        <dgm:choose name="Name61">
          <dgm:if name="Name62" func="var" arg="dir" op="equ" val="norm">
            <dgm:alg type="tx">
              <dgm:param type="parTxLTRAlign" val="r"/>
              <dgm:param type="shpTxLTRAlignCh" val="r"/>
              <dgm:param type="txAnchorVert" val="t"/>
            </dgm:alg>
          </dgm:if>
          <dgm:else name="Name6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1"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48B91F7-0A31-4809-8E31-54F32ACD1E72}" type="datetimeFigureOut">
              <a:rPr lang="en-GB" smtClean="0"/>
              <a:t>27/02/2026</a:t>
            </a:fld>
            <a:endParaRPr lang="en-GB"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D5A70FC-228F-4487-8E14-68CAD584041B}" type="slidenum">
              <a:rPr lang="en-GB" smtClean="0"/>
              <a:t>‹#›</a:t>
            </a:fld>
            <a:endParaRPr lang="en-GB" dirty="0"/>
          </a:p>
        </p:txBody>
      </p:sp>
    </p:spTree>
    <p:extLst>
      <p:ext uri="{BB962C8B-B14F-4D97-AF65-F5344CB8AC3E}">
        <p14:creationId xmlns:p14="http://schemas.microsoft.com/office/powerpoint/2010/main" val="30764507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815565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9358358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FEB448-544F-1163-CF6D-D801EF6DABD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2240B45-37FF-28D2-69C1-D8842A0F2E6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A61B0F3-96B9-62B2-E1C5-4D3D4823B899}"/>
              </a:ext>
            </a:extLst>
          </p:cNvPr>
          <p:cNvSpPr>
            <a:spLocks noGrp="1"/>
          </p:cNvSpPr>
          <p:nvPr>
            <p:ph type="dt" sz="half" idx="10"/>
          </p:nvPr>
        </p:nvSpPr>
        <p:spPr/>
        <p:txBody>
          <a:bodyPr/>
          <a:lstStyle/>
          <a:p>
            <a:fld id="{1F66083A-C1B7-4B46-82C5-289BB6E6D5A4}" type="datetime1">
              <a:rPr lang="en-IN" smtClean="0"/>
              <a:t>27-02-2026</a:t>
            </a:fld>
            <a:endParaRPr lang="en-IN" dirty="0"/>
          </a:p>
        </p:txBody>
      </p:sp>
      <p:sp>
        <p:nvSpPr>
          <p:cNvPr id="5" name="Footer Placeholder 4">
            <a:extLst>
              <a:ext uri="{FF2B5EF4-FFF2-40B4-BE49-F238E27FC236}">
                <a16:creationId xmlns:a16="http://schemas.microsoft.com/office/drawing/2014/main" id="{15DB3F67-E836-5AA2-B32D-A0C3A9333090}"/>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A11EEA5E-DC19-ABCD-6267-C545BA777197}"/>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18694729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050CDE-F21A-AC1C-7DD9-906370B0FA03}"/>
              </a:ext>
            </a:extLst>
          </p:cNvPr>
          <p:cNvSpPr>
            <a:spLocks noGrp="1"/>
          </p:cNvSpPr>
          <p:nvPr>
            <p:ph type="title"/>
          </p:nvPr>
        </p:nvSpPr>
        <p:spPr/>
        <p:txBody>
          <a:bodyPr/>
          <a:lstStyle/>
          <a:p>
            <a:r>
              <a:rPr lang="en-US" dirty="0"/>
              <a:t>Click to edit Master title style</a:t>
            </a:r>
            <a:endParaRPr lang="en-IN" dirty="0"/>
          </a:p>
        </p:txBody>
      </p:sp>
      <p:sp>
        <p:nvSpPr>
          <p:cNvPr id="3" name="Content Placeholder 2">
            <a:extLst>
              <a:ext uri="{FF2B5EF4-FFF2-40B4-BE49-F238E27FC236}">
                <a16:creationId xmlns:a16="http://schemas.microsoft.com/office/drawing/2014/main" id="{A4139EE0-A89B-B238-94A4-DB32BBD14E29}"/>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a:extLst>
              <a:ext uri="{FF2B5EF4-FFF2-40B4-BE49-F238E27FC236}">
                <a16:creationId xmlns:a16="http://schemas.microsoft.com/office/drawing/2014/main" id="{B6BAB674-71DE-8BA7-9D0E-C99F6B3C0FBD}"/>
              </a:ext>
            </a:extLst>
          </p:cNvPr>
          <p:cNvSpPr>
            <a:spLocks noGrp="1"/>
          </p:cNvSpPr>
          <p:nvPr>
            <p:ph type="dt" sz="half" idx="10"/>
          </p:nvPr>
        </p:nvSpPr>
        <p:spPr>
          <a:xfrm>
            <a:off x="838200" y="6356350"/>
            <a:ext cx="1009650" cy="365125"/>
          </a:xfrm>
          <a:noFill/>
        </p:spPr>
        <p:txBody>
          <a:bodyPr/>
          <a:lstStyle>
            <a:lvl1pPr>
              <a:defRPr>
                <a:solidFill>
                  <a:schemeClr val="bg1"/>
                </a:solidFill>
              </a:defRPr>
            </a:lvl1pPr>
          </a:lstStyle>
          <a:p>
            <a:fld id="{864BFFB7-4443-4602-A990-B076C1CFE86C}" type="datetime1">
              <a:rPr lang="en-IN" smtClean="0"/>
              <a:pPr/>
              <a:t>27-02-2026</a:t>
            </a:fld>
            <a:endParaRPr lang="en-IN" dirty="0"/>
          </a:p>
        </p:txBody>
      </p:sp>
      <p:sp>
        <p:nvSpPr>
          <p:cNvPr id="5" name="Footer Placeholder 4">
            <a:extLst>
              <a:ext uri="{FF2B5EF4-FFF2-40B4-BE49-F238E27FC236}">
                <a16:creationId xmlns:a16="http://schemas.microsoft.com/office/drawing/2014/main" id="{8B72554B-0ACB-E334-5BBE-7A83BFE374FE}"/>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D3F062A5-E36B-5C05-6C36-F8372F2C1694}"/>
              </a:ext>
            </a:extLst>
          </p:cNvPr>
          <p:cNvSpPr>
            <a:spLocks noGrp="1"/>
          </p:cNvSpPr>
          <p:nvPr>
            <p:ph type="sldNum" sz="quarter" idx="12"/>
          </p:nvPr>
        </p:nvSpPr>
        <p:spPr>
          <a:noFill/>
        </p:spPr>
        <p:txBody>
          <a:bodyPr/>
          <a:lstStyle>
            <a:lvl1pPr>
              <a:defRPr>
                <a:solidFill>
                  <a:schemeClr val="bg1"/>
                </a:solidFill>
              </a:defRPr>
            </a:lvl1pPr>
          </a:lstStyle>
          <a:p>
            <a:fld id="{F32F6845-8F47-4AB8-B9CE-96D88E741707}" type="slidenum">
              <a:rPr lang="en-IN" smtClean="0"/>
              <a:pPr/>
              <a:t>‹#›</a:t>
            </a:fld>
            <a:endParaRPr lang="en-IN" dirty="0"/>
          </a:p>
        </p:txBody>
      </p:sp>
    </p:spTree>
    <p:extLst>
      <p:ext uri="{BB962C8B-B14F-4D97-AF65-F5344CB8AC3E}">
        <p14:creationId xmlns:p14="http://schemas.microsoft.com/office/powerpoint/2010/main" val="18905508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22CC90-B089-5E25-D480-B40D5123BFB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E671185-327E-E435-EB8B-F143CAF78D5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7ADDF86-F686-ACE8-6852-5CEADD9A2870}"/>
              </a:ext>
            </a:extLst>
          </p:cNvPr>
          <p:cNvSpPr>
            <a:spLocks noGrp="1"/>
          </p:cNvSpPr>
          <p:nvPr>
            <p:ph type="dt" sz="half" idx="10"/>
          </p:nvPr>
        </p:nvSpPr>
        <p:spPr/>
        <p:txBody>
          <a:bodyPr/>
          <a:lstStyle/>
          <a:p>
            <a:fld id="{2B3E8F52-857A-4C89-954C-57943DB51290}" type="datetime1">
              <a:rPr lang="en-IN" smtClean="0"/>
              <a:t>27-02-2026</a:t>
            </a:fld>
            <a:endParaRPr lang="en-IN" dirty="0"/>
          </a:p>
        </p:txBody>
      </p:sp>
      <p:sp>
        <p:nvSpPr>
          <p:cNvPr id="5" name="Footer Placeholder 4">
            <a:extLst>
              <a:ext uri="{FF2B5EF4-FFF2-40B4-BE49-F238E27FC236}">
                <a16:creationId xmlns:a16="http://schemas.microsoft.com/office/drawing/2014/main" id="{8558F106-1FED-5AA1-CFDF-7FE210507170}"/>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FD45F0D7-F550-D351-1F6B-36B665CA0CDC}"/>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37052039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698191-3055-3CE7-ABAB-BF522556896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B07F01E-C1BB-CFE3-1062-5A8CAD20F5A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90F16ED-635D-3C12-AE3C-37A43EAF146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A80B84D-A3CA-9B7E-B7BB-4C18C18121B2}"/>
              </a:ext>
            </a:extLst>
          </p:cNvPr>
          <p:cNvSpPr>
            <a:spLocks noGrp="1"/>
          </p:cNvSpPr>
          <p:nvPr>
            <p:ph type="dt" sz="half" idx="10"/>
          </p:nvPr>
        </p:nvSpPr>
        <p:spPr/>
        <p:txBody>
          <a:bodyPr/>
          <a:lstStyle/>
          <a:p>
            <a:fld id="{2BBD7B4D-DDD6-4CA2-87A0-9BDD5E5268EC}" type="datetime1">
              <a:rPr lang="en-IN" smtClean="0"/>
              <a:t>27-02-2026</a:t>
            </a:fld>
            <a:endParaRPr lang="en-IN" dirty="0"/>
          </a:p>
        </p:txBody>
      </p:sp>
      <p:sp>
        <p:nvSpPr>
          <p:cNvPr id="6" name="Footer Placeholder 5">
            <a:extLst>
              <a:ext uri="{FF2B5EF4-FFF2-40B4-BE49-F238E27FC236}">
                <a16:creationId xmlns:a16="http://schemas.microsoft.com/office/drawing/2014/main" id="{05881B66-06CA-0AE9-B95B-21A45DC5B355}"/>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F4B7665D-74F3-FC85-8C37-77F440223274}"/>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24797023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F1306E-11E1-8AB1-AF32-6F074D3C851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38E7AAE-4628-F916-89C8-10A970EC982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8D7C0B7-4F02-5995-1FB1-8FB2DD12598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B504026-A61A-C06F-3EA6-94F595A4738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CFF7FD0-380B-75A4-D9B0-F7EBC341DD0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80AA233-A9EB-E98D-4DDF-BC4B72808326}"/>
              </a:ext>
            </a:extLst>
          </p:cNvPr>
          <p:cNvSpPr>
            <a:spLocks noGrp="1"/>
          </p:cNvSpPr>
          <p:nvPr>
            <p:ph type="dt" sz="half" idx="10"/>
          </p:nvPr>
        </p:nvSpPr>
        <p:spPr/>
        <p:txBody>
          <a:bodyPr/>
          <a:lstStyle/>
          <a:p>
            <a:fld id="{C130D9E5-0635-43A8-8973-488E7408FAF7}" type="datetime1">
              <a:rPr lang="en-IN" smtClean="0"/>
              <a:t>27-02-2026</a:t>
            </a:fld>
            <a:endParaRPr lang="en-IN" dirty="0"/>
          </a:p>
        </p:txBody>
      </p:sp>
      <p:sp>
        <p:nvSpPr>
          <p:cNvPr id="8" name="Footer Placeholder 7">
            <a:extLst>
              <a:ext uri="{FF2B5EF4-FFF2-40B4-BE49-F238E27FC236}">
                <a16:creationId xmlns:a16="http://schemas.microsoft.com/office/drawing/2014/main" id="{755E8074-1361-E322-F42C-F5D71409910F}"/>
              </a:ext>
            </a:extLst>
          </p:cNvPr>
          <p:cNvSpPr>
            <a:spLocks noGrp="1"/>
          </p:cNvSpPr>
          <p:nvPr>
            <p:ph type="ftr" sz="quarter" idx="11"/>
          </p:nvPr>
        </p:nvSpPr>
        <p:spPr/>
        <p:txBody>
          <a:bodyPr/>
          <a:lstStyle/>
          <a:p>
            <a:endParaRPr lang="en-IN" dirty="0"/>
          </a:p>
        </p:txBody>
      </p:sp>
      <p:sp>
        <p:nvSpPr>
          <p:cNvPr id="9" name="Slide Number Placeholder 8">
            <a:extLst>
              <a:ext uri="{FF2B5EF4-FFF2-40B4-BE49-F238E27FC236}">
                <a16:creationId xmlns:a16="http://schemas.microsoft.com/office/drawing/2014/main" id="{56B9FECA-EE46-D87A-F259-E8022C3628B1}"/>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32634304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DB92FB-DA41-9013-AE3A-5882CEEE8BF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A2620A1-C0CA-1D0E-E85E-5C1326F8CB80}"/>
              </a:ext>
            </a:extLst>
          </p:cNvPr>
          <p:cNvSpPr>
            <a:spLocks noGrp="1"/>
          </p:cNvSpPr>
          <p:nvPr>
            <p:ph type="dt" sz="half" idx="10"/>
          </p:nvPr>
        </p:nvSpPr>
        <p:spPr/>
        <p:txBody>
          <a:bodyPr/>
          <a:lstStyle/>
          <a:p>
            <a:fld id="{E1D0CEA8-D591-4CC9-939A-A3BE6FD93E89}" type="datetime1">
              <a:rPr lang="en-IN" smtClean="0"/>
              <a:t>27-02-2026</a:t>
            </a:fld>
            <a:endParaRPr lang="en-IN" dirty="0"/>
          </a:p>
        </p:txBody>
      </p:sp>
      <p:sp>
        <p:nvSpPr>
          <p:cNvPr id="4" name="Footer Placeholder 3">
            <a:extLst>
              <a:ext uri="{FF2B5EF4-FFF2-40B4-BE49-F238E27FC236}">
                <a16:creationId xmlns:a16="http://schemas.microsoft.com/office/drawing/2014/main" id="{763BD8B1-5363-075D-CDCC-8CAC0A6A78E8}"/>
              </a:ext>
            </a:extLst>
          </p:cNvPr>
          <p:cNvSpPr>
            <a:spLocks noGrp="1"/>
          </p:cNvSpPr>
          <p:nvPr>
            <p:ph type="ftr" sz="quarter" idx="11"/>
          </p:nvPr>
        </p:nvSpPr>
        <p:spPr/>
        <p:txBody>
          <a:bodyPr/>
          <a:lstStyle/>
          <a:p>
            <a:endParaRPr lang="en-IN" dirty="0"/>
          </a:p>
        </p:txBody>
      </p:sp>
      <p:sp>
        <p:nvSpPr>
          <p:cNvPr id="5" name="Slide Number Placeholder 4">
            <a:extLst>
              <a:ext uri="{FF2B5EF4-FFF2-40B4-BE49-F238E27FC236}">
                <a16:creationId xmlns:a16="http://schemas.microsoft.com/office/drawing/2014/main" id="{46E4555F-1DC7-94CF-74D7-21521EE9398A}"/>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9968218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B497F04-5F5B-E4F7-0A48-A1FBAC01C3C4}"/>
              </a:ext>
            </a:extLst>
          </p:cNvPr>
          <p:cNvSpPr>
            <a:spLocks noGrp="1"/>
          </p:cNvSpPr>
          <p:nvPr>
            <p:ph type="dt" sz="half" idx="10"/>
          </p:nvPr>
        </p:nvSpPr>
        <p:spPr/>
        <p:txBody>
          <a:bodyPr/>
          <a:lstStyle/>
          <a:p>
            <a:fld id="{D2BE2297-DC8B-48E6-B6D6-34773F9A5984}" type="datetime1">
              <a:rPr lang="en-IN" smtClean="0"/>
              <a:t>27-02-2026</a:t>
            </a:fld>
            <a:endParaRPr lang="en-IN" dirty="0"/>
          </a:p>
        </p:txBody>
      </p:sp>
      <p:sp>
        <p:nvSpPr>
          <p:cNvPr id="3" name="Footer Placeholder 2">
            <a:extLst>
              <a:ext uri="{FF2B5EF4-FFF2-40B4-BE49-F238E27FC236}">
                <a16:creationId xmlns:a16="http://schemas.microsoft.com/office/drawing/2014/main" id="{3EDCC3BA-DF88-8CE4-AB31-983A3C796AD3}"/>
              </a:ext>
            </a:extLst>
          </p:cNvPr>
          <p:cNvSpPr>
            <a:spLocks noGrp="1"/>
          </p:cNvSpPr>
          <p:nvPr>
            <p:ph type="ftr" sz="quarter" idx="11"/>
          </p:nvPr>
        </p:nvSpPr>
        <p:spPr/>
        <p:txBody>
          <a:bodyPr/>
          <a:lstStyle/>
          <a:p>
            <a:endParaRPr lang="en-IN" dirty="0"/>
          </a:p>
        </p:txBody>
      </p:sp>
      <p:sp>
        <p:nvSpPr>
          <p:cNvPr id="4" name="Slide Number Placeholder 3">
            <a:extLst>
              <a:ext uri="{FF2B5EF4-FFF2-40B4-BE49-F238E27FC236}">
                <a16:creationId xmlns:a16="http://schemas.microsoft.com/office/drawing/2014/main" id="{2817982A-25A2-0FA2-0BC4-48C8775F8459}"/>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31138426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217936-1384-3D53-34C7-E638688EFD9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4108029-8ADE-BDA5-4C8D-31C36155648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D6CB47A-C96A-8918-E1EB-9A8DBEC7275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D65CB0D-C5CF-96B6-5923-222D7E403E92}"/>
              </a:ext>
            </a:extLst>
          </p:cNvPr>
          <p:cNvSpPr>
            <a:spLocks noGrp="1"/>
          </p:cNvSpPr>
          <p:nvPr>
            <p:ph type="dt" sz="half" idx="10"/>
          </p:nvPr>
        </p:nvSpPr>
        <p:spPr/>
        <p:txBody>
          <a:bodyPr/>
          <a:lstStyle/>
          <a:p>
            <a:fld id="{64C2A547-6E4B-4188-9BD5-035CB9C4BCC5}" type="datetime1">
              <a:rPr lang="en-IN" smtClean="0"/>
              <a:t>27-02-2026</a:t>
            </a:fld>
            <a:endParaRPr lang="en-IN" dirty="0"/>
          </a:p>
        </p:txBody>
      </p:sp>
      <p:sp>
        <p:nvSpPr>
          <p:cNvPr id="6" name="Footer Placeholder 5">
            <a:extLst>
              <a:ext uri="{FF2B5EF4-FFF2-40B4-BE49-F238E27FC236}">
                <a16:creationId xmlns:a16="http://schemas.microsoft.com/office/drawing/2014/main" id="{C9A0E17E-D21B-9F95-DB42-019C9AB18CB9}"/>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2431A4E0-3F3F-3857-C2B7-EEDD3DF99CB1}"/>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19239216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BEDF05-F2AE-B072-8E2E-CB4CF5B08F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20EF8F1-DFA6-282F-E8CD-83826A12E49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dirty="0"/>
          </a:p>
        </p:txBody>
      </p:sp>
      <p:sp>
        <p:nvSpPr>
          <p:cNvPr id="4" name="Text Placeholder 3">
            <a:extLst>
              <a:ext uri="{FF2B5EF4-FFF2-40B4-BE49-F238E27FC236}">
                <a16:creationId xmlns:a16="http://schemas.microsoft.com/office/drawing/2014/main" id="{85808D68-B430-9A5B-4A9B-8549EA20AC8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0002EBD-67C3-A4B8-A83C-896997C53EB8}"/>
              </a:ext>
            </a:extLst>
          </p:cNvPr>
          <p:cNvSpPr>
            <a:spLocks noGrp="1"/>
          </p:cNvSpPr>
          <p:nvPr>
            <p:ph type="dt" sz="half" idx="10"/>
          </p:nvPr>
        </p:nvSpPr>
        <p:spPr/>
        <p:txBody>
          <a:bodyPr/>
          <a:lstStyle/>
          <a:p>
            <a:fld id="{02706E29-16A1-4AAE-B55B-4E3DB7265605}" type="datetime1">
              <a:rPr lang="en-IN" smtClean="0"/>
              <a:t>27-02-2026</a:t>
            </a:fld>
            <a:endParaRPr lang="en-IN" dirty="0"/>
          </a:p>
        </p:txBody>
      </p:sp>
      <p:sp>
        <p:nvSpPr>
          <p:cNvPr id="6" name="Footer Placeholder 5">
            <a:extLst>
              <a:ext uri="{FF2B5EF4-FFF2-40B4-BE49-F238E27FC236}">
                <a16:creationId xmlns:a16="http://schemas.microsoft.com/office/drawing/2014/main" id="{92B00B68-5333-C602-6799-3D1B2E434B21}"/>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304925F4-1AF9-E8B5-0534-4714B5FAF5DD}"/>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4799969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9011F1-D172-AE20-8D21-0A938E210EF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E8E52B7-EB5E-AF2A-3525-5B4BBFD15AA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16D7DCF-1783-47F8-CDB8-8B7167ECD0D8}"/>
              </a:ext>
            </a:extLst>
          </p:cNvPr>
          <p:cNvSpPr>
            <a:spLocks noGrp="1"/>
          </p:cNvSpPr>
          <p:nvPr>
            <p:ph type="dt" sz="half" idx="10"/>
          </p:nvPr>
        </p:nvSpPr>
        <p:spPr/>
        <p:txBody>
          <a:bodyPr/>
          <a:lstStyle/>
          <a:p>
            <a:fld id="{3FC26915-BE00-456E-A9CA-DB9FE1FD674A}" type="datetime1">
              <a:rPr lang="en-IN" smtClean="0"/>
              <a:t>27-02-2026</a:t>
            </a:fld>
            <a:endParaRPr lang="en-IN" dirty="0"/>
          </a:p>
        </p:txBody>
      </p:sp>
      <p:sp>
        <p:nvSpPr>
          <p:cNvPr id="5" name="Footer Placeholder 4">
            <a:extLst>
              <a:ext uri="{FF2B5EF4-FFF2-40B4-BE49-F238E27FC236}">
                <a16:creationId xmlns:a16="http://schemas.microsoft.com/office/drawing/2014/main" id="{F46968A7-C083-F20B-0369-2067E75DE54C}"/>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7255429C-96E8-1064-0F87-6D95D15F9384}"/>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24487618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6A47F57-697A-B97E-DD3A-2910D126C5B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73F252A-D3F9-0BB4-D962-668169761B8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1B93D65-8824-8EBE-4CB8-E4D7750FE881}"/>
              </a:ext>
            </a:extLst>
          </p:cNvPr>
          <p:cNvSpPr>
            <a:spLocks noGrp="1"/>
          </p:cNvSpPr>
          <p:nvPr>
            <p:ph type="dt" sz="half" idx="10"/>
          </p:nvPr>
        </p:nvSpPr>
        <p:spPr/>
        <p:txBody>
          <a:bodyPr/>
          <a:lstStyle/>
          <a:p>
            <a:fld id="{FAA2D233-408A-4415-B919-B7ECAA5043E2}" type="datetime1">
              <a:rPr lang="en-IN" smtClean="0"/>
              <a:t>27-02-2026</a:t>
            </a:fld>
            <a:endParaRPr lang="en-IN" dirty="0"/>
          </a:p>
        </p:txBody>
      </p:sp>
      <p:sp>
        <p:nvSpPr>
          <p:cNvPr id="5" name="Footer Placeholder 4">
            <a:extLst>
              <a:ext uri="{FF2B5EF4-FFF2-40B4-BE49-F238E27FC236}">
                <a16:creationId xmlns:a16="http://schemas.microsoft.com/office/drawing/2014/main" id="{2A1EA1BA-06A5-9F5B-136C-80EDFD72EB63}"/>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B163C8CA-61F8-0704-0F6E-DDDD2B9987DD}"/>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27487824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309843D-C7AC-7DCA-D2A1-30C29BBAB6D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62A0867-11DA-F019-8907-1B3D8BD7C7E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00DD53F-CA45-CCAE-9ADB-5B0F61393A1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EAC608B-7A9F-4336-97A2-89908E443DAD}" type="datetime1">
              <a:rPr lang="en-IN" smtClean="0"/>
              <a:t>27-02-2026</a:t>
            </a:fld>
            <a:endParaRPr lang="en-IN" dirty="0"/>
          </a:p>
        </p:txBody>
      </p:sp>
      <p:sp>
        <p:nvSpPr>
          <p:cNvPr id="5" name="Footer Placeholder 4">
            <a:extLst>
              <a:ext uri="{FF2B5EF4-FFF2-40B4-BE49-F238E27FC236}">
                <a16:creationId xmlns:a16="http://schemas.microsoft.com/office/drawing/2014/main" id="{1C91FF70-F320-3E09-D811-B610D38CEA7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dirty="0"/>
          </a:p>
        </p:txBody>
      </p:sp>
      <p:sp>
        <p:nvSpPr>
          <p:cNvPr id="6" name="Slide Number Placeholder 5">
            <a:extLst>
              <a:ext uri="{FF2B5EF4-FFF2-40B4-BE49-F238E27FC236}">
                <a16:creationId xmlns:a16="http://schemas.microsoft.com/office/drawing/2014/main" id="{999947EA-7073-9466-0549-46E86F1C89F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32F6845-8F47-4AB8-B9CE-96D88E741707}" type="slidenum">
              <a:rPr lang="en-IN" smtClean="0"/>
              <a:t>‹#›</a:t>
            </a:fld>
            <a:endParaRPr lang="en-IN" dirty="0"/>
          </a:p>
        </p:txBody>
      </p:sp>
    </p:spTree>
    <p:extLst>
      <p:ext uri="{BB962C8B-B14F-4D97-AF65-F5344CB8AC3E}">
        <p14:creationId xmlns:p14="http://schemas.microsoft.com/office/powerpoint/2010/main" val="20419452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90" name="Google Shape;90;p13"/>
          <p:cNvSpPr txBox="1"/>
          <p:nvPr/>
        </p:nvSpPr>
        <p:spPr>
          <a:xfrm>
            <a:off x="6525369" y="2109718"/>
            <a:ext cx="5514300" cy="202056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a:buNone/>
            </a:pPr>
            <a:r>
              <a:rPr lang="en-GB" sz="2000" b="1" i="0" u="none" strike="noStrike" cap="none" dirty="0">
                <a:solidFill>
                  <a:srgbClr val="17365D"/>
                </a:solidFill>
                <a:latin typeface="Cambria" panose="02040503050406030204" pitchFamily="18" charset="0"/>
                <a:ea typeface="Cambria" panose="02040503050406030204" pitchFamily="18" charset="0"/>
                <a:cs typeface="Verdana"/>
                <a:sym typeface="Verdana"/>
              </a:rPr>
              <a:t>Under the Supervision of,</a:t>
            </a:r>
            <a:endParaRPr dirty="0">
              <a:latin typeface="Cambria" panose="02040503050406030204" pitchFamily="18" charset="0"/>
              <a:ea typeface="Cambria" panose="02040503050406030204" pitchFamily="18" charset="0"/>
            </a:endParaRPr>
          </a:p>
          <a:p>
            <a:pPr marL="0" marR="0" lvl="0" indent="0" algn="ctr"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a:p>
            <a:pPr lvl="0">
              <a:spcBef>
                <a:spcPts val="340"/>
              </a:spcBef>
              <a:buClr>
                <a:srgbClr val="17365D"/>
              </a:buClr>
              <a:buSzPts val="1700"/>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Mr. </a:t>
            </a:r>
            <a:r>
              <a:rPr lang="en-GB" sz="1700" b="1" dirty="0" err="1">
                <a:solidFill>
                  <a:srgbClr val="17365D"/>
                </a:solidFill>
                <a:latin typeface="Cambria" panose="02040503050406030204" pitchFamily="18" charset="0"/>
                <a:ea typeface="Cambria" panose="02040503050406030204" pitchFamily="18" charset="0"/>
                <a:cs typeface="Verdana"/>
                <a:sym typeface="Verdana"/>
              </a:rPr>
              <a:t>Saptarsi</a:t>
            </a:r>
            <a:r>
              <a:rPr lang="en-GB" sz="1700" b="1" dirty="0">
                <a:solidFill>
                  <a:srgbClr val="17365D"/>
                </a:solidFill>
                <a:latin typeface="Cambria" panose="02040503050406030204" pitchFamily="18" charset="0"/>
                <a:ea typeface="Cambria" panose="02040503050406030204" pitchFamily="18" charset="0"/>
                <a:cs typeface="Verdana"/>
                <a:sym typeface="Verdana"/>
              </a:rPr>
              <a:t> Sanyal</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Professor / Associate Professor / Assistant Professor</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Presidency School of CSE</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Presidency University</a:t>
            </a:r>
            <a:endParaRPr dirty="0">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8" name="Google Shape;91;p13"/>
          <p:cNvSpPr txBox="1"/>
          <p:nvPr/>
        </p:nvSpPr>
        <p:spPr>
          <a:xfrm>
            <a:off x="156412" y="4130278"/>
            <a:ext cx="11883258" cy="1562100"/>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Clr>
                <a:srgbClr val="17365D"/>
              </a:buClr>
              <a:buSzPct val="100000"/>
              <a:buFont typeface="Arial"/>
              <a:buNone/>
            </a:pPr>
            <a:r>
              <a:rPr lang="en-US" sz="20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CSE7302 - INTERNSHIP</a:t>
            </a:r>
          </a:p>
          <a:p>
            <a:pPr lvl="0">
              <a:buClr>
                <a:srgbClr val="17365D"/>
              </a:buClr>
              <a:buSzPct val="100000"/>
            </a:pPr>
            <a:r>
              <a:rPr lang="en-US" sz="2000" b="1" dirty="0">
                <a:solidFill>
                  <a:schemeClr val="accent1"/>
                </a:solidFill>
                <a:latin typeface="Cambria" panose="02040503050406030204" pitchFamily="18" charset="0"/>
                <a:ea typeface="Cambria" panose="02040503050406030204" pitchFamily="18" charset="0"/>
                <a:cs typeface="Verdana"/>
                <a:sym typeface="Verdana"/>
              </a:rPr>
              <a:t>Name of the HoD: Dr. Pallavi R</a:t>
            </a:r>
          </a:p>
          <a:p>
            <a:pPr>
              <a:buClr>
                <a:srgbClr val="17365D"/>
              </a:buClr>
              <a:buSzPct val="100000"/>
            </a:pPr>
            <a:r>
              <a:rPr lang="en-US" sz="20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Internship Coordinator: </a:t>
            </a:r>
            <a:r>
              <a:rPr lang="en-US" sz="2000" b="1" dirty="0">
                <a:solidFill>
                  <a:schemeClr val="accent1"/>
                </a:solidFill>
                <a:latin typeface="Cambria" panose="02040503050406030204" pitchFamily="18" charset="0"/>
                <a:ea typeface="Cambria" panose="02040503050406030204" pitchFamily="18" charset="0"/>
                <a:cs typeface="Verdana"/>
                <a:sym typeface="Verdana"/>
              </a:rPr>
              <a:t>Mr. </a:t>
            </a:r>
            <a:r>
              <a:rPr lang="en-US" sz="2000" b="1" dirty="0" err="1">
                <a:solidFill>
                  <a:schemeClr val="accent1"/>
                </a:solidFill>
                <a:latin typeface="Cambria" panose="02040503050406030204" pitchFamily="18" charset="0"/>
                <a:ea typeface="Cambria" panose="02040503050406030204" pitchFamily="18" charset="0"/>
                <a:cs typeface="Verdana"/>
                <a:sym typeface="Verdana"/>
              </a:rPr>
              <a:t>Saptarsi</a:t>
            </a:r>
            <a:r>
              <a:rPr lang="en-US" sz="2000" b="1" dirty="0">
                <a:solidFill>
                  <a:schemeClr val="accent1"/>
                </a:solidFill>
                <a:latin typeface="Cambria" panose="02040503050406030204" pitchFamily="18" charset="0"/>
                <a:ea typeface="Cambria" panose="02040503050406030204" pitchFamily="18" charset="0"/>
                <a:cs typeface="Verdana"/>
                <a:sym typeface="Verdana"/>
              </a:rPr>
              <a:t> Sanyal</a:t>
            </a:r>
            <a:endParaRPr lang="en-US" sz="2000" b="1" i="0" u="none" strike="noStrike" cap="none" dirty="0">
              <a:solidFill>
                <a:schemeClr val="accent1"/>
              </a:solidFill>
              <a:latin typeface="Cambria" panose="02040503050406030204" pitchFamily="18" charset="0"/>
              <a:ea typeface="Cambria" panose="02040503050406030204" pitchFamily="18" charset="0"/>
              <a:cs typeface="Verdana"/>
              <a:sym typeface="Verdana"/>
            </a:endParaRPr>
          </a:p>
          <a:p>
            <a:pPr lvl="0">
              <a:buClr>
                <a:srgbClr val="17365D"/>
              </a:buClr>
              <a:buSzPct val="100000"/>
            </a:pPr>
            <a:r>
              <a:rPr lang="en-US" sz="2000" b="1" dirty="0">
                <a:solidFill>
                  <a:schemeClr val="accent1"/>
                </a:solidFill>
                <a:latin typeface="Cambria" panose="02040503050406030204" pitchFamily="18" charset="0"/>
                <a:ea typeface="Cambria" panose="02040503050406030204" pitchFamily="18" charset="0"/>
                <a:cs typeface="Verdana"/>
                <a:sym typeface="Verdana"/>
              </a:rPr>
              <a:t>Name of the School Internship Coordinator: </a:t>
            </a:r>
            <a:r>
              <a:rPr lang="en-US" sz="2000" b="1" dirty="0">
                <a:latin typeface="Cambria" panose="02040503050406030204" pitchFamily="18" charset="0"/>
                <a:ea typeface="Cambria" panose="02040503050406030204" pitchFamily="18" charset="0"/>
                <a:cs typeface="Verdana"/>
                <a:sym typeface="Verdana"/>
              </a:rPr>
              <a:t>Dr. Md Ziaur Rahman</a:t>
            </a:r>
          </a:p>
          <a:p>
            <a:pPr lvl="0">
              <a:buClr>
                <a:srgbClr val="17365D"/>
              </a:buClr>
              <a:buSzPct val="100000"/>
            </a:pPr>
            <a:r>
              <a:rPr lang="en-US" sz="2000" b="1" dirty="0">
                <a:latin typeface="Cambria" panose="02040503050406030204" pitchFamily="18" charset="0"/>
                <a:ea typeface="Cambria" panose="02040503050406030204" pitchFamily="18" charset="0"/>
                <a:cs typeface="Verdana"/>
                <a:sym typeface="Verdana"/>
              </a:rPr>
              <a:t> 													</a:t>
            </a:r>
            <a:endParaRPr sz="2000" b="1" i="0" u="none" strike="noStrike" cap="none" dirty="0">
              <a:solidFill>
                <a:schemeClr val="tx1"/>
              </a:solidFill>
              <a:latin typeface="Cambria" panose="02040503050406030204" pitchFamily="18" charset="0"/>
              <a:ea typeface="Cambria" panose="02040503050406030204" pitchFamily="18" charset="0"/>
              <a:cs typeface="Verdana"/>
              <a:sym typeface="Verdana"/>
            </a:endParaRPr>
          </a:p>
        </p:txBody>
      </p:sp>
      <p:sp>
        <p:nvSpPr>
          <p:cNvPr id="9" name="Title 1"/>
          <p:cNvSpPr txBox="1">
            <a:spLocks/>
          </p:cNvSpPr>
          <p:nvPr/>
        </p:nvSpPr>
        <p:spPr>
          <a:xfrm>
            <a:off x="838200" y="130629"/>
            <a:ext cx="10515600" cy="156006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17365D"/>
              </a:buClr>
              <a:buSzPts val="2800"/>
              <a:buFont typeface="Verdana"/>
              <a:buNone/>
              <a:defRPr sz="2800" b="1" i="0" u="none" strike="noStrike" cap="none">
                <a:solidFill>
                  <a:srgbClr val="17365D"/>
                </a:solidFill>
                <a:latin typeface="Verdana"/>
                <a:ea typeface="Verdana"/>
                <a:cs typeface="Verdana"/>
                <a:sym typeface="Verdan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r>
              <a:rPr lang="en-US" altLang="en-US" dirty="0">
                <a:solidFill>
                  <a:schemeClr val="accent1">
                    <a:lumMod val="75000"/>
                  </a:schemeClr>
                </a:solidFill>
                <a:latin typeface="Times New Roman" panose="02020603050405020304" pitchFamily="18" charset="0"/>
                <a:cs typeface="Times New Roman" panose="02020603050405020304" pitchFamily="18" charset="0"/>
              </a:rPr>
              <a:t>CSE7302 - INTERNSHIP</a:t>
            </a:r>
            <a:br>
              <a:rPr lang="en-IN" dirty="0">
                <a:solidFill>
                  <a:srgbClr val="FF0000"/>
                </a:solidFill>
                <a:latin typeface="Times New Roman" panose="02020603050405020304" pitchFamily="18" charset="0"/>
                <a:cs typeface="Times New Roman" panose="02020603050405020304" pitchFamily="18" charset="0"/>
              </a:rPr>
            </a:br>
            <a:r>
              <a:rPr lang="en-US" sz="2400" dirty="0">
                <a:solidFill>
                  <a:srgbClr val="0070C0"/>
                </a:solidFill>
                <a:latin typeface="Times New Roman" panose="02020603050405020304" pitchFamily="18" charset="0"/>
                <a:ea typeface="Tahoma" pitchFamily="34" charset="0"/>
                <a:cs typeface="Times New Roman" panose="02020603050405020304" pitchFamily="18" charset="0"/>
              </a:rPr>
              <a:t>Review-2 Presentation </a:t>
            </a:r>
            <a:br>
              <a:rPr lang="en-US" sz="2400" dirty="0">
                <a:solidFill>
                  <a:srgbClr val="0070C0"/>
                </a:solidFill>
                <a:latin typeface="Times New Roman" panose="02020603050405020304" pitchFamily="18" charset="0"/>
                <a:ea typeface="Tahoma" pitchFamily="34" charset="0"/>
                <a:cs typeface="Times New Roman" panose="02020603050405020304" pitchFamily="18" charset="0"/>
              </a:rPr>
            </a:br>
            <a:r>
              <a:rPr lang="en-US" sz="2400" dirty="0">
                <a:solidFill>
                  <a:srgbClr val="0070C0"/>
                </a:solidFill>
                <a:latin typeface="Times New Roman" panose="02020603050405020304" pitchFamily="18" charset="0"/>
                <a:ea typeface="Tahoma" pitchFamily="34" charset="0"/>
                <a:cs typeface="Times New Roman" panose="02020603050405020304" pitchFamily="18" charset="0"/>
              </a:rPr>
              <a:t>AI SOLUTIONS INTERN</a:t>
            </a:r>
            <a:br>
              <a:rPr lang="en-US" sz="2400" dirty="0">
                <a:solidFill>
                  <a:srgbClr val="0070C0"/>
                </a:solidFill>
                <a:latin typeface="Times New Roman" panose="02020603050405020304" pitchFamily="18" charset="0"/>
                <a:ea typeface="Tahoma" pitchFamily="34" charset="0"/>
                <a:cs typeface="Times New Roman" panose="02020603050405020304" pitchFamily="18" charset="0"/>
              </a:rPr>
            </a:br>
            <a:endParaRPr lang="en-US" sz="2400" dirty="0">
              <a:latin typeface="Times New Roman" panose="02020603050405020304" pitchFamily="18" charset="0"/>
              <a:cs typeface="Times New Roman" panose="02020603050405020304" pitchFamily="18" charset="0"/>
            </a:endParaRPr>
          </a:p>
        </p:txBody>
      </p:sp>
      <p:graphicFrame>
        <p:nvGraphicFramePr>
          <p:cNvPr id="10" name="Table 9"/>
          <p:cNvGraphicFramePr>
            <a:graphicFrameLocks noGrp="1"/>
          </p:cNvGraphicFramePr>
          <p:nvPr>
            <p:extLst>
              <p:ext uri="{D42A27DB-BD31-4B8C-83A1-F6EECF244321}">
                <p14:modId xmlns:p14="http://schemas.microsoft.com/office/powerpoint/2010/main" val="2217017777"/>
              </p:ext>
            </p:extLst>
          </p:nvPr>
        </p:nvGraphicFramePr>
        <p:xfrm>
          <a:off x="601909" y="1911875"/>
          <a:ext cx="5321552" cy="1463040"/>
        </p:xfrm>
        <a:graphic>
          <a:graphicData uri="http://schemas.openxmlformats.org/drawingml/2006/table">
            <a:tbl>
              <a:tblPr firstRow="1" bandRow="1">
                <a:tableStyleId>{5C22544A-7EE6-4342-B048-85BDC9FD1C3A}</a:tableStyleId>
              </a:tblPr>
              <a:tblGrid>
                <a:gridCol w="1371270">
                  <a:extLst>
                    <a:ext uri="{9D8B030D-6E8A-4147-A177-3AD203B41FA5}">
                      <a16:colId xmlns:a16="http://schemas.microsoft.com/office/drawing/2014/main" val="2689928737"/>
                    </a:ext>
                  </a:extLst>
                </a:gridCol>
                <a:gridCol w="3950282">
                  <a:extLst>
                    <a:ext uri="{9D8B030D-6E8A-4147-A177-3AD203B41FA5}">
                      <a16:colId xmlns:a16="http://schemas.microsoft.com/office/drawing/2014/main" val="3965538731"/>
                    </a:ext>
                  </a:extLst>
                </a:gridCol>
              </a:tblGrid>
              <a:tr h="362263">
                <a:tc gridSpan="2">
                  <a:txBody>
                    <a:bodyPr/>
                    <a:lstStyle/>
                    <a:p>
                      <a:pPr algn="ctr"/>
                      <a:r>
                        <a:rPr lang="en-US" dirty="0">
                          <a:latin typeface="Cambria" panose="02040503050406030204" pitchFamily="18" charset="0"/>
                          <a:ea typeface="Cambria" panose="02040503050406030204" pitchFamily="18" charset="0"/>
                          <a:cs typeface="Times New Roman" panose="02020603050405020304" pitchFamily="18" charset="0"/>
                        </a:rPr>
                        <a:t>Student Details</a:t>
                      </a:r>
                    </a:p>
                  </a:txBody>
                  <a:tcPr/>
                </a:tc>
                <a:tc hMerge="1">
                  <a:txBody>
                    <a:bodyPr/>
                    <a:lstStyle/>
                    <a:p>
                      <a:pPr algn="ctr"/>
                      <a:endParaRPr 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965105319"/>
                  </a:ext>
                </a:extLst>
              </a:tr>
              <a:tr h="362263">
                <a:tc>
                  <a:txBody>
                    <a:bodyPr/>
                    <a:lstStyle/>
                    <a:p>
                      <a:pPr algn="l"/>
                      <a:r>
                        <a:rPr lang="en-US" b="1" dirty="0">
                          <a:latin typeface="Cambria" panose="02040503050406030204" pitchFamily="18" charset="0"/>
                          <a:ea typeface="Cambria" panose="02040503050406030204" pitchFamily="18" charset="0"/>
                          <a:cs typeface="Times New Roman" panose="02020603050405020304" pitchFamily="18" charset="0"/>
                        </a:rPr>
                        <a:t>Name</a:t>
                      </a:r>
                    </a:p>
                  </a:txBody>
                  <a:tcPr/>
                </a:tc>
                <a:tc>
                  <a:txBody>
                    <a:bodyPr/>
                    <a:lstStyle/>
                    <a:p>
                      <a:pPr algn="ctr"/>
                      <a:r>
                        <a:rPr lang="en-US" dirty="0">
                          <a:latin typeface="Cambria" panose="02040503050406030204" pitchFamily="18" charset="0"/>
                          <a:ea typeface="Cambria" panose="02040503050406030204" pitchFamily="18" charset="0"/>
                          <a:cs typeface="Times New Roman" panose="02020603050405020304" pitchFamily="18" charset="0"/>
                        </a:rPr>
                        <a:t>Ratish Gurav</a:t>
                      </a:r>
                    </a:p>
                  </a:txBody>
                  <a:tcPr/>
                </a:tc>
                <a:extLst>
                  <a:ext uri="{0D108BD9-81ED-4DB2-BD59-A6C34878D82A}">
                    <a16:rowId xmlns:a16="http://schemas.microsoft.com/office/drawing/2014/main" val="673540802"/>
                  </a:ext>
                </a:extLst>
              </a:tr>
              <a:tr h="362263">
                <a:tc>
                  <a:txBody>
                    <a:bodyPr/>
                    <a:lstStyle/>
                    <a:p>
                      <a:pPr algn="l"/>
                      <a:r>
                        <a:rPr lang="en-US" b="1" dirty="0">
                          <a:latin typeface="Cambria" panose="02040503050406030204" pitchFamily="18" charset="0"/>
                          <a:ea typeface="Cambria" panose="02040503050406030204" pitchFamily="18" charset="0"/>
                          <a:cs typeface="Times New Roman" panose="02020603050405020304" pitchFamily="18" charset="0"/>
                        </a:rPr>
                        <a:t>Roll No</a:t>
                      </a:r>
                    </a:p>
                  </a:txBody>
                  <a:tcPr/>
                </a:tc>
                <a:tc>
                  <a:txBody>
                    <a:bodyPr/>
                    <a:lstStyle/>
                    <a:p>
                      <a:pPr algn="ctr"/>
                      <a:r>
                        <a:rPr lang="en-US" dirty="0">
                          <a:latin typeface="Cambria" panose="02040503050406030204" pitchFamily="18" charset="0"/>
                          <a:ea typeface="Cambria" panose="02040503050406030204" pitchFamily="18" charset="0"/>
                          <a:cs typeface="Times New Roman" panose="02020603050405020304" pitchFamily="18" charset="0"/>
                        </a:rPr>
                        <a:t>20221CSG0004</a:t>
                      </a:r>
                    </a:p>
                  </a:txBody>
                  <a:tcPr/>
                </a:tc>
                <a:extLst>
                  <a:ext uri="{0D108BD9-81ED-4DB2-BD59-A6C34878D82A}">
                    <a16:rowId xmlns:a16="http://schemas.microsoft.com/office/drawing/2014/main" val="1825509489"/>
                  </a:ext>
                </a:extLst>
              </a:tr>
              <a:tr h="362263">
                <a:tc>
                  <a:txBody>
                    <a:bodyPr/>
                    <a:lstStyle/>
                    <a:p>
                      <a:pPr algn="l"/>
                      <a:r>
                        <a:rPr lang="en-US" b="1" dirty="0">
                          <a:latin typeface="Cambria" panose="02040503050406030204" pitchFamily="18" charset="0"/>
                          <a:ea typeface="Cambria" panose="02040503050406030204" pitchFamily="18" charset="0"/>
                          <a:cs typeface="Times New Roman" panose="02020603050405020304" pitchFamily="18" charset="0"/>
                        </a:rPr>
                        <a:t>Section</a:t>
                      </a:r>
                    </a:p>
                  </a:txBody>
                  <a:tcPr/>
                </a:tc>
                <a:tc>
                  <a:txBody>
                    <a:bodyPr/>
                    <a:lstStyle/>
                    <a:p>
                      <a:pPr algn="ctr"/>
                      <a:r>
                        <a:rPr lang="en-US" dirty="0">
                          <a:latin typeface="Cambria" panose="02040503050406030204" pitchFamily="18" charset="0"/>
                          <a:ea typeface="Cambria" panose="02040503050406030204" pitchFamily="18" charset="0"/>
                          <a:cs typeface="Times New Roman" panose="02020603050405020304" pitchFamily="18" charset="0"/>
                        </a:rPr>
                        <a:t>8CSG-01</a:t>
                      </a:r>
                    </a:p>
                  </a:txBody>
                  <a:tcPr/>
                </a:tc>
                <a:extLst>
                  <a:ext uri="{0D108BD9-81ED-4DB2-BD59-A6C34878D82A}">
                    <a16:rowId xmlns:a16="http://schemas.microsoft.com/office/drawing/2014/main" val="1278268189"/>
                  </a:ext>
                </a:extLst>
              </a:tr>
            </a:tbl>
          </a:graphicData>
        </a:graphic>
      </p:graphicFrame>
    </p:spTree>
    <p:extLst>
      <p:ext uri="{BB962C8B-B14F-4D97-AF65-F5344CB8AC3E}">
        <p14:creationId xmlns:p14="http://schemas.microsoft.com/office/powerpoint/2010/main" val="30667245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Content</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704516" y="902370"/>
            <a:ext cx="10668000" cy="4271209"/>
          </a:xfrm>
          <a:prstGeom prst="rect">
            <a:avLst/>
          </a:prstGeom>
          <a:noFill/>
          <a:ln>
            <a:noFill/>
          </a:ln>
        </p:spPr>
        <p:txBody>
          <a:bodyPr spcFirstLastPara="1" wrap="square" lIns="91425" tIns="45700" rIns="91425" bIns="45700" anchor="t" anchorCtr="0">
            <a:noAutofit/>
          </a:bodyPr>
          <a:lstStyle/>
          <a:p>
            <a:pPr marL="495300" indent="-342900" algn="just">
              <a:lnSpc>
                <a:spcPct val="200000"/>
              </a:lnSpc>
              <a:spcBef>
                <a:spcPts val="0"/>
              </a:spcBef>
              <a:buFont typeface="Wingdings" panose="05000000000000000000" pitchFamily="2" charset="2"/>
              <a:buChar char="Ø"/>
            </a:pPr>
            <a:r>
              <a:rPr lang="en-US" sz="2000" b="1" dirty="0">
                <a:solidFill>
                  <a:srgbClr val="0070C0"/>
                </a:solidFill>
                <a:latin typeface="Times New Roman" panose="02020603050405020304" pitchFamily="18" charset="0"/>
                <a:cs typeface="Times New Roman" panose="02020603050405020304" pitchFamily="18" charset="0"/>
              </a:rPr>
              <a:t>About Company or Organization</a:t>
            </a:r>
          </a:p>
          <a:p>
            <a:pPr marL="495300" indent="-342900" algn="just">
              <a:lnSpc>
                <a:spcPct val="2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Working domain or the technology</a:t>
            </a:r>
            <a:endParaRPr lang="en-US" sz="2000" dirty="0">
              <a:latin typeface="Cambria" panose="02040503050406030204" pitchFamily="18" charset="0"/>
              <a:ea typeface="Cambria" panose="02040503050406030204" pitchFamily="18" charset="0"/>
            </a:endParaRPr>
          </a:p>
          <a:p>
            <a:pPr marL="495300" indent="-342900" algn="just">
              <a:lnSpc>
                <a:spcPct val="2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About your team and reporting Manager</a:t>
            </a:r>
            <a:endParaRPr lang="en-US" sz="2000" dirty="0">
              <a:latin typeface="Cambria" panose="02040503050406030204" pitchFamily="18" charset="0"/>
              <a:ea typeface="Cambria" panose="02040503050406030204" pitchFamily="18" charset="0"/>
            </a:endParaRPr>
          </a:p>
          <a:p>
            <a:pPr marL="495300" indent="-342900" algn="just">
              <a:lnSpc>
                <a:spcPct val="2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Challenges Faced in Internship</a:t>
            </a:r>
            <a:endParaRPr lang="en-US" sz="2000" dirty="0">
              <a:latin typeface="Cambria" panose="02040503050406030204" pitchFamily="18" charset="0"/>
              <a:ea typeface="Cambria" panose="02040503050406030204" pitchFamily="18" charset="0"/>
            </a:endParaRPr>
          </a:p>
          <a:p>
            <a:pPr marL="495300" indent="-342900" algn="just">
              <a:lnSpc>
                <a:spcPct val="2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Objectives of the work</a:t>
            </a:r>
          </a:p>
          <a:p>
            <a:pPr marL="495300" indent="-342900" algn="just">
              <a:lnSpc>
                <a:spcPct val="2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Internship Roadmap</a:t>
            </a:r>
          </a:p>
          <a:p>
            <a:pPr marL="495300" indent="-342900" algn="just">
              <a:lnSpc>
                <a:spcPct val="2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Github Link</a:t>
            </a:r>
            <a:endParaRPr lang="en-US" sz="2000"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sz="20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5169930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027591-4F0C-B280-30FC-6FD5A7F572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B5A51F-9BCF-7E53-FEBA-948013FC345A}"/>
              </a:ext>
            </a:extLst>
          </p:cNvPr>
          <p:cNvSpPr>
            <a:spLocks noGrp="1"/>
          </p:cNvSpPr>
          <p:nvPr>
            <p:ph type="title"/>
          </p:nvPr>
        </p:nvSpPr>
        <p:spPr>
          <a:xfrm>
            <a:off x="838200" y="365126"/>
            <a:ext cx="10515600" cy="679904"/>
          </a:xfrm>
        </p:spPr>
        <p:txBody>
          <a:bodyPr/>
          <a:lstStyle/>
          <a:p>
            <a:r>
              <a:rPr lang="en-US" sz="3200" b="1" dirty="0">
                <a:solidFill>
                  <a:srgbClr val="0070C0"/>
                </a:solidFill>
                <a:latin typeface="Times New Roman" panose="02020603050405020304" pitchFamily="18" charset="0"/>
                <a:cs typeface="Times New Roman" panose="02020603050405020304" pitchFamily="18" charset="0"/>
              </a:rPr>
              <a:t>About Company or Organization</a:t>
            </a:r>
          </a:p>
        </p:txBody>
      </p:sp>
      <p:sp>
        <p:nvSpPr>
          <p:cNvPr id="3" name="Content Placeholder 2">
            <a:extLst>
              <a:ext uri="{FF2B5EF4-FFF2-40B4-BE49-F238E27FC236}">
                <a16:creationId xmlns:a16="http://schemas.microsoft.com/office/drawing/2014/main" id="{D3EA6711-A3F7-F598-AC39-43F68B16DC2C}"/>
              </a:ext>
            </a:extLst>
          </p:cNvPr>
          <p:cNvSpPr>
            <a:spLocks noGrp="1"/>
          </p:cNvSpPr>
          <p:nvPr>
            <p:ph idx="1"/>
          </p:nvPr>
        </p:nvSpPr>
        <p:spPr>
          <a:xfrm>
            <a:off x="838200" y="1045031"/>
            <a:ext cx="10515600" cy="4193176"/>
          </a:xfrm>
        </p:spPr>
        <p:txBody>
          <a:bodyPr/>
          <a:lstStyle/>
          <a:p>
            <a:r>
              <a:rPr lang="en-US" b="1" dirty="0" err="1"/>
              <a:t>Raghuraj</a:t>
            </a:r>
            <a:r>
              <a:rPr lang="en-US" b="1" dirty="0"/>
              <a:t> </a:t>
            </a:r>
            <a:r>
              <a:rPr lang="en-US" dirty="0"/>
              <a:t>is an eco-conscious company focused on providing sustainable energy products and infrastructure. Their stated mission is to create a cleaner, more sustainable environment by helping customers adopt </a:t>
            </a:r>
            <a:r>
              <a:rPr lang="en-US" b="1" dirty="0"/>
              <a:t>economical and eco-friendly </a:t>
            </a:r>
            <a:r>
              <a:rPr lang="en-US" dirty="0"/>
              <a:t>lifestyles. </a:t>
            </a:r>
          </a:p>
          <a:p>
            <a:r>
              <a:rPr lang="en-US" dirty="0"/>
              <a:t>They specialize in the sale and installation of various green technology and utility systems.</a:t>
            </a:r>
          </a:p>
          <a:p>
            <a:r>
              <a:rPr lang="en-US" dirty="0"/>
              <a:t>The company is based in </a:t>
            </a:r>
            <a:r>
              <a:rPr lang="en-US" b="1" dirty="0"/>
              <a:t>Goa</a:t>
            </a:r>
            <a:r>
              <a:rPr lang="en-US" dirty="0"/>
              <a:t>, India but operates in </a:t>
            </a:r>
            <a:r>
              <a:rPr lang="en-US" b="1" dirty="0"/>
              <a:t>Mumbai</a:t>
            </a:r>
            <a:r>
              <a:rPr lang="en-US" dirty="0"/>
              <a:t> as well. They specialize in the sale and installation of various green technology and utility systems.</a:t>
            </a:r>
          </a:p>
          <a:p>
            <a:endParaRPr lang="en-US"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EA3AFFA6-7D25-698C-04DF-0B793C790EE9}"/>
              </a:ext>
            </a:extLst>
          </p:cNvPr>
          <p:cNvSpPr>
            <a:spLocks noGrp="1"/>
          </p:cNvSpPr>
          <p:nvPr>
            <p:ph type="sldNum" sz="quarter" idx="12"/>
          </p:nvPr>
        </p:nvSpPr>
        <p:spPr/>
        <p:txBody>
          <a:bodyPr/>
          <a:lstStyle/>
          <a:p>
            <a:pPr>
              <a:defRPr/>
            </a:pPr>
            <a:fld id="{815EC703-C051-410C-8BA1-62752E291E83}" type="slidenum">
              <a:rPr lang="en-US" altLang="en-US" smtClean="0"/>
              <a:pPr>
                <a:defRPr/>
              </a:pPr>
              <a:t>3</a:t>
            </a:fld>
            <a:endParaRPr lang="en-US" altLang="en-US"/>
          </a:p>
        </p:txBody>
      </p:sp>
    </p:spTree>
    <p:extLst>
      <p:ext uri="{BB962C8B-B14F-4D97-AF65-F5344CB8AC3E}">
        <p14:creationId xmlns:p14="http://schemas.microsoft.com/office/powerpoint/2010/main" val="25822426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79904"/>
          </a:xfrm>
        </p:spPr>
        <p:txBody>
          <a:bodyPr/>
          <a:lstStyle/>
          <a:p>
            <a:r>
              <a:rPr lang="en-US" sz="3200" b="1" dirty="0">
                <a:solidFill>
                  <a:srgbClr val="0070C0"/>
                </a:solidFill>
                <a:latin typeface="Times New Roman" panose="02020603050405020304" pitchFamily="18" charset="0"/>
                <a:cs typeface="Times New Roman" panose="02020603050405020304" pitchFamily="18" charset="0"/>
              </a:rPr>
              <a:t>About Company or Organization</a:t>
            </a:r>
          </a:p>
        </p:txBody>
      </p:sp>
      <p:sp>
        <p:nvSpPr>
          <p:cNvPr id="3" name="Content Placeholder 2"/>
          <p:cNvSpPr>
            <a:spLocks noGrp="1"/>
          </p:cNvSpPr>
          <p:nvPr>
            <p:ph idx="1"/>
          </p:nvPr>
        </p:nvSpPr>
        <p:spPr>
          <a:xfrm>
            <a:off x="838200" y="1045031"/>
            <a:ext cx="10515600" cy="4193176"/>
          </a:xfrm>
        </p:spPr>
        <p:txBody>
          <a:bodyPr>
            <a:normAutofit fontScale="92500" lnSpcReduction="20000"/>
          </a:bodyPr>
          <a:lstStyle/>
          <a:p>
            <a:r>
              <a:rPr lang="en-IN" b="1" dirty="0"/>
              <a:t>Products :</a:t>
            </a:r>
          </a:p>
          <a:p>
            <a:pPr marL="0" indent="0">
              <a:buNone/>
            </a:pPr>
            <a:r>
              <a:rPr lang="en-US" dirty="0"/>
              <a:t>The company provides installation and support services for many products, as well as other electrical services.</a:t>
            </a:r>
          </a:p>
          <a:p>
            <a:r>
              <a:rPr lang="en-IN" dirty="0"/>
              <a:t>Solar Panels </a:t>
            </a:r>
          </a:p>
          <a:p>
            <a:r>
              <a:rPr lang="en-IN" dirty="0"/>
              <a:t>Mini Wind Turbines </a:t>
            </a:r>
          </a:p>
          <a:p>
            <a:r>
              <a:rPr lang="en-IN" dirty="0"/>
              <a:t>EV Charging</a:t>
            </a:r>
          </a:p>
          <a:p>
            <a:r>
              <a:rPr lang="en-IN" dirty="0"/>
              <a:t>Transformer Generator </a:t>
            </a:r>
          </a:p>
          <a:p>
            <a:r>
              <a:rPr lang="en-IN" dirty="0"/>
              <a:t>WTP, STP </a:t>
            </a:r>
          </a:p>
          <a:p>
            <a:r>
              <a:rPr lang="en-IN" dirty="0"/>
              <a:t>Swimming Pool </a:t>
            </a:r>
          </a:p>
          <a:p>
            <a:r>
              <a:rPr lang="en-IN" dirty="0"/>
              <a:t>Heat Pump</a:t>
            </a:r>
          </a:p>
          <a:p>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4</a:t>
            </a:fld>
            <a:endParaRPr lang="en-US" altLang="en-US"/>
          </a:p>
        </p:txBody>
      </p:sp>
    </p:spTree>
    <p:extLst>
      <p:ext uri="{BB962C8B-B14F-4D97-AF65-F5344CB8AC3E}">
        <p14:creationId xmlns:p14="http://schemas.microsoft.com/office/powerpoint/2010/main" val="15581389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B13F19-DEA1-20CF-A4B0-79723F61DF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F270CD-5230-B2E4-B9E4-F7AAFE418BFC}"/>
              </a:ext>
            </a:extLst>
          </p:cNvPr>
          <p:cNvSpPr>
            <a:spLocks noGrp="1"/>
          </p:cNvSpPr>
          <p:nvPr>
            <p:ph type="title"/>
          </p:nvPr>
        </p:nvSpPr>
        <p:spPr>
          <a:xfrm>
            <a:off x="838200" y="365126"/>
            <a:ext cx="10515600" cy="679904"/>
          </a:xfrm>
        </p:spPr>
        <p:txBody>
          <a:bodyPr/>
          <a:lstStyle/>
          <a:p>
            <a:r>
              <a:rPr lang="en-US" sz="3200" b="1" dirty="0">
                <a:solidFill>
                  <a:srgbClr val="0070C0"/>
                </a:solidFill>
                <a:latin typeface="Times New Roman" panose="02020603050405020304" pitchFamily="18" charset="0"/>
                <a:cs typeface="Times New Roman" panose="02020603050405020304" pitchFamily="18" charset="0"/>
              </a:rPr>
              <a:t>About Company or Organization</a:t>
            </a:r>
          </a:p>
        </p:txBody>
      </p:sp>
      <p:sp>
        <p:nvSpPr>
          <p:cNvPr id="3" name="Content Placeholder 2">
            <a:extLst>
              <a:ext uri="{FF2B5EF4-FFF2-40B4-BE49-F238E27FC236}">
                <a16:creationId xmlns:a16="http://schemas.microsoft.com/office/drawing/2014/main" id="{F6664E0F-AA75-0717-2BC2-CBE55F644378}"/>
              </a:ext>
            </a:extLst>
          </p:cNvPr>
          <p:cNvSpPr>
            <a:spLocks noGrp="1"/>
          </p:cNvSpPr>
          <p:nvPr>
            <p:ph idx="1"/>
          </p:nvPr>
        </p:nvSpPr>
        <p:spPr>
          <a:xfrm>
            <a:off x="838200" y="1045031"/>
            <a:ext cx="10515600" cy="4193176"/>
          </a:xfrm>
        </p:spPr>
        <p:txBody>
          <a:bodyPr>
            <a:normAutofit fontScale="92500" lnSpcReduction="20000"/>
          </a:bodyPr>
          <a:lstStyle/>
          <a:p>
            <a:r>
              <a:rPr lang="en-IN" b="1" dirty="0"/>
              <a:t>Clients :</a:t>
            </a:r>
          </a:p>
          <a:p>
            <a:pPr marL="0" indent="0">
              <a:buNone/>
            </a:pPr>
            <a:r>
              <a:rPr lang="en-IN" dirty="0"/>
              <a:t>The company boasts a heavy client list of residential and commercial builders, hotels etc. from Mumbai as well as Goa.</a:t>
            </a:r>
          </a:p>
          <a:p>
            <a:r>
              <a:rPr lang="en-IN" dirty="0"/>
              <a:t>Hotel La Calypso, Hotel IVY, Hotel Ramada - Goa </a:t>
            </a:r>
          </a:p>
          <a:p>
            <a:r>
              <a:rPr lang="en-IN" dirty="0"/>
              <a:t>IKON INDUSTRIES – Mumbai</a:t>
            </a:r>
          </a:p>
          <a:p>
            <a:r>
              <a:rPr lang="en-IN" dirty="0"/>
              <a:t>DLH Lok Mitra – Goregaon, Mumbai</a:t>
            </a:r>
          </a:p>
          <a:p>
            <a:r>
              <a:rPr lang="en-IN" dirty="0" err="1"/>
              <a:t>Aadhvay</a:t>
            </a:r>
            <a:r>
              <a:rPr lang="en-IN" dirty="0"/>
              <a:t> Realtors - Goa</a:t>
            </a:r>
          </a:p>
          <a:p>
            <a:r>
              <a:rPr lang="en-IN" dirty="0" err="1"/>
              <a:t>Aadhvay</a:t>
            </a:r>
            <a:r>
              <a:rPr lang="en-IN" dirty="0"/>
              <a:t> Ventures - Goa</a:t>
            </a:r>
          </a:p>
          <a:p>
            <a:r>
              <a:rPr lang="en-IN" dirty="0"/>
              <a:t>Dynamic Crest - Thane</a:t>
            </a:r>
          </a:p>
          <a:p>
            <a:r>
              <a:rPr lang="en-IN" dirty="0"/>
              <a:t>HELICON HEIGHTS CHS. LTD. - Mumbai</a:t>
            </a:r>
          </a:p>
          <a:p>
            <a:endParaRPr lang="en-US"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62BDBBCB-98F5-AE81-6B71-41C278B6E55C}"/>
              </a:ext>
            </a:extLst>
          </p:cNvPr>
          <p:cNvSpPr>
            <a:spLocks noGrp="1"/>
          </p:cNvSpPr>
          <p:nvPr>
            <p:ph type="sldNum" sz="quarter" idx="12"/>
          </p:nvPr>
        </p:nvSpPr>
        <p:spPr/>
        <p:txBody>
          <a:bodyPr/>
          <a:lstStyle/>
          <a:p>
            <a:pPr>
              <a:defRPr/>
            </a:pPr>
            <a:fld id="{815EC703-C051-410C-8BA1-62752E291E83}" type="slidenum">
              <a:rPr lang="en-US" altLang="en-US" smtClean="0"/>
              <a:pPr>
                <a:defRPr/>
              </a:pPr>
              <a:t>5</a:t>
            </a:fld>
            <a:endParaRPr lang="en-US" altLang="en-US"/>
          </a:p>
        </p:txBody>
      </p:sp>
    </p:spTree>
    <p:extLst>
      <p:ext uri="{BB962C8B-B14F-4D97-AF65-F5344CB8AC3E}">
        <p14:creationId xmlns:p14="http://schemas.microsoft.com/office/powerpoint/2010/main" val="26746655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Working domain or the technology</a:t>
            </a:r>
          </a:p>
        </p:txBody>
      </p:sp>
      <p:sp>
        <p:nvSpPr>
          <p:cNvPr id="3" name="Content Placeholder 2"/>
          <p:cNvSpPr>
            <a:spLocks noGrp="1"/>
          </p:cNvSpPr>
          <p:nvPr>
            <p:ph idx="1"/>
          </p:nvPr>
        </p:nvSpPr>
        <p:spPr>
          <a:xfrm>
            <a:off x="838200" y="1184367"/>
            <a:ext cx="10515600" cy="4058194"/>
          </a:xfrm>
        </p:spPr>
        <p:txBody>
          <a:bodyPr/>
          <a:lstStyle/>
          <a:p>
            <a:r>
              <a:rPr lang="en-US" dirty="0"/>
              <a:t>I will be designated as an AI Solutions Intern and will be working directly with the technical team.</a:t>
            </a:r>
          </a:p>
          <a:p>
            <a:r>
              <a:rPr lang="en-US" dirty="0"/>
              <a:t>Scope of work includes developing an AI-driven chatbot capable of answering technical queries about our products (e.g., Solar efficiency, EV compatibility), automating initial customer consultations, and providing instant support for installation services using Generative AI and LLMs.</a:t>
            </a:r>
          </a:p>
          <a:p>
            <a:r>
              <a:rPr lang="en-US" dirty="0">
                <a:latin typeface="Times New Roman" panose="02020603050405020304" pitchFamily="18" charset="0"/>
                <a:cs typeface="Times New Roman" panose="02020603050405020304" pitchFamily="18" charset="0"/>
              </a:rPr>
              <a:t>Also, other technical consultation for developing website and creating an online presence for the company.</a:t>
            </a:r>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6</a:t>
            </a:fld>
            <a:endParaRPr lang="en-US" altLang="en-US"/>
          </a:p>
        </p:txBody>
      </p:sp>
    </p:spTree>
    <p:extLst>
      <p:ext uri="{BB962C8B-B14F-4D97-AF65-F5344CB8AC3E}">
        <p14:creationId xmlns:p14="http://schemas.microsoft.com/office/powerpoint/2010/main" val="6586821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About your team and reporting Manager</a:t>
            </a:r>
          </a:p>
        </p:txBody>
      </p:sp>
      <p:sp>
        <p:nvSpPr>
          <p:cNvPr id="3" name="Content Placeholder 2"/>
          <p:cNvSpPr>
            <a:spLocks noGrp="1"/>
          </p:cNvSpPr>
          <p:nvPr>
            <p:ph idx="1"/>
          </p:nvPr>
        </p:nvSpPr>
        <p:spPr>
          <a:xfrm>
            <a:off x="838200" y="1184367"/>
            <a:ext cx="10515600" cy="4058194"/>
          </a:xfrm>
        </p:spPr>
        <p:txBody>
          <a:bodyPr/>
          <a:lstStyle/>
          <a:p>
            <a:r>
              <a:rPr lang="en-IN" dirty="0">
                <a:latin typeface="Times New Roman" panose="02020603050405020304" pitchFamily="18" charset="0"/>
                <a:cs typeface="Times New Roman" panose="02020603050405020304" pitchFamily="18" charset="0"/>
              </a:rPr>
              <a:t>Intern development team, reporting to Project manager  </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7</a:t>
            </a:fld>
            <a:endParaRPr lang="en-US" altLang="en-US"/>
          </a:p>
        </p:txBody>
      </p:sp>
    </p:spTree>
    <p:extLst>
      <p:ext uri="{BB962C8B-B14F-4D97-AF65-F5344CB8AC3E}">
        <p14:creationId xmlns:p14="http://schemas.microsoft.com/office/powerpoint/2010/main" val="25106966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Challenges Faced in Internship</a:t>
            </a:r>
          </a:p>
        </p:txBody>
      </p:sp>
      <p:sp>
        <p:nvSpPr>
          <p:cNvPr id="3" name="Content Placeholder 2"/>
          <p:cNvSpPr>
            <a:spLocks noGrp="1"/>
          </p:cNvSpPr>
          <p:nvPr>
            <p:ph idx="1"/>
          </p:nvPr>
        </p:nvSpPr>
        <p:spPr>
          <a:xfrm>
            <a:off x="838200" y="1184367"/>
            <a:ext cx="10515600" cy="4058194"/>
          </a:xfrm>
        </p:spPr>
        <p:txBody>
          <a:bodyPr/>
          <a:lstStyle/>
          <a:p>
            <a:r>
              <a:rPr lang="en-US" dirty="0"/>
              <a:t>There were limited internship opportunities available in my specific field of interest, which made securing a relevant placement challenging within the given timeframe.</a:t>
            </a:r>
          </a:p>
          <a:p>
            <a:r>
              <a:rPr lang="en-US" dirty="0"/>
              <a:t>Since the role involves 'leading the implementation' of a new system,  I had to go beyond coding questions and explain how the AI would practically automate consultations and reduce the workload for the sales team.</a:t>
            </a:r>
          </a:p>
          <a:p>
            <a:r>
              <a:rPr lang="en-IN" dirty="0">
                <a:latin typeface="Times New Roman" panose="02020603050405020304" pitchFamily="18" charset="0"/>
                <a:cs typeface="Times New Roman" panose="02020603050405020304" pitchFamily="18" charset="0"/>
              </a:rPr>
              <a:t>Getting adjusted to the team was not much of a challenge as I have already worked with them on other different projects.</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8</a:t>
            </a:fld>
            <a:endParaRPr lang="en-US" altLang="en-US"/>
          </a:p>
        </p:txBody>
      </p:sp>
    </p:spTree>
    <p:extLst>
      <p:ext uri="{BB962C8B-B14F-4D97-AF65-F5344CB8AC3E}">
        <p14:creationId xmlns:p14="http://schemas.microsoft.com/office/powerpoint/2010/main" val="12061569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Objectives of the work</a:t>
            </a:r>
          </a:p>
        </p:txBody>
      </p:sp>
      <p:sp>
        <p:nvSpPr>
          <p:cNvPr id="3" name="Content Placeholder 2"/>
          <p:cNvSpPr>
            <a:spLocks noGrp="1"/>
          </p:cNvSpPr>
          <p:nvPr>
            <p:ph idx="1"/>
          </p:nvPr>
        </p:nvSpPr>
        <p:spPr>
          <a:xfrm>
            <a:off x="838200" y="1184367"/>
            <a:ext cx="10515600" cy="4058194"/>
          </a:xfrm>
        </p:spPr>
        <p:txBody>
          <a:bodyPr/>
          <a:lstStyle/>
          <a:p>
            <a:r>
              <a:rPr lang="en-US" dirty="0"/>
              <a:t>To establish a comprehensive digital identity for </a:t>
            </a:r>
            <a:r>
              <a:rPr lang="en-US" b="1" dirty="0" err="1"/>
              <a:t>Raghuraj</a:t>
            </a:r>
            <a:r>
              <a:rPr lang="en-US" dirty="0"/>
              <a:t>, enabling the company to expand its market reach and streamline customer interactions through a modern web platform and other relevant social platforms.</a:t>
            </a:r>
          </a:p>
          <a:p>
            <a:r>
              <a:rPr lang="en-US" dirty="0"/>
              <a:t> And gain experience of building software solutions from the foundation to the deployment.</a:t>
            </a:r>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9</a:t>
            </a:fld>
            <a:endParaRPr lang="en-US" altLang="en-US"/>
          </a:p>
        </p:txBody>
      </p:sp>
    </p:spTree>
    <p:extLst>
      <p:ext uri="{BB962C8B-B14F-4D97-AF65-F5344CB8AC3E}">
        <p14:creationId xmlns:p14="http://schemas.microsoft.com/office/powerpoint/2010/main" val="25163347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pPr marL="152400" algn="just">
              <a:lnSpc>
                <a:spcPct val="100000"/>
              </a:lnSpc>
              <a:spcBef>
                <a:spcPts val="0"/>
              </a:spcBef>
            </a:pPr>
            <a:r>
              <a:rPr lang="en-IN" sz="3200" b="1" dirty="0">
                <a:solidFill>
                  <a:schemeClr val="accent1">
                    <a:lumMod val="75000"/>
                  </a:schemeClr>
                </a:solidFill>
                <a:latin typeface="Times New Roman" panose="02020603050405020304" pitchFamily="18" charset="0"/>
                <a:cs typeface="Times New Roman" panose="02020603050405020304" pitchFamily="18" charset="0"/>
              </a:rPr>
              <a:t>Literature Review</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10</a:t>
            </a:fld>
            <a:endParaRPr lang="en-US" altLang="en-US"/>
          </a:p>
        </p:txBody>
      </p:sp>
      <p:sp>
        <p:nvSpPr>
          <p:cNvPr id="5" name="Rectangle 1">
            <a:extLst>
              <a:ext uri="{FF2B5EF4-FFF2-40B4-BE49-F238E27FC236}">
                <a16:creationId xmlns:a16="http://schemas.microsoft.com/office/drawing/2014/main" id="{7EA2CDBB-3989-B77E-7A40-2B8F19CB3BAD}"/>
              </a:ext>
            </a:extLst>
          </p:cNvPr>
          <p:cNvSpPr>
            <a:spLocks noGrp="1" noChangeArrowheads="1"/>
          </p:cNvSpPr>
          <p:nvPr>
            <p:ph idx="1"/>
          </p:nvPr>
        </p:nvSpPr>
        <p:spPr bwMode="auto">
          <a:xfrm>
            <a:off x="824753" y="1012954"/>
            <a:ext cx="10515600" cy="48320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rPr>
              <a:t>Legacy Systems:</a:t>
            </a:r>
            <a:r>
              <a:rPr kumimoji="0" lang="en-US" altLang="en-US" b="0" i="0" u="none" strike="noStrike" cap="none" normalizeH="0" baseline="0" dirty="0">
                <a:ln>
                  <a:noFill/>
                </a:ln>
                <a:solidFill>
                  <a:schemeClr val="tx1"/>
                </a:solidFill>
                <a:effectLst/>
              </a:rPr>
              <a:t> Traditional rule-based chatbots failed to handle complex, non-scripted queries.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rPr>
              <a:t>GenAI &amp; RAG:</a:t>
            </a:r>
            <a:r>
              <a:rPr kumimoji="0" lang="en-US" altLang="en-US" b="0" i="0" u="none" strike="noStrike" cap="none" normalizeH="0" baseline="0" dirty="0">
                <a:ln>
                  <a:noFill/>
                </a:ln>
                <a:solidFill>
                  <a:schemeClr val="tx1"/>
                </a:solidFill>
                <a:effectLst/>
              </a:rPr>
              <a:t> Modern approaches use Large Language Models (LLMs) combined with </a:t>
            </a:r>
            <a:r>
              <a:rPr kumimoji="0" lang="en-US" altLang="en-US" b="1" i="0" u="none" strike="noStrike" cap="none" normalizeH="0" baseline="0" dirty="0">
                <a:ln>
                  <a:noFill/>
                </a:ln>
                <a:solidFill>
                  <a:schemeClr val="tx1"/>
                </a:solidFill>
                <a:effectLst/>
              </a:rPr>
              <a:t>Retrieval-Augmented Generation (RAG)</a:t>
            </a:r>
            <a:r>
              <a:rPr kumimoji="0" lang="en-US" altLang="en-US" b="0" i="0" u="none" strike="noStrike" cap="none" normalizeH="0" baseline="0" dirty="0">
                <a:ln>
                  <a:noFill/>
                </a:ln>
                <a:solidFill>
                  <a:schemeClr val="tx1"/>
                </a:solidFill>
                <a:effectLst/>
              </a:rPr>
              <a:t>. This allows AI to fetch accurate answers from private company manuals rather than guessing.</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rPr>
              <a:t>Web Tech:</a:t>
            </a:r>
            <a:r>
              <a:rPr kumimoji="0" lang="en-US" altLang="en-US" b="0" i="0" u="none" strike="noStrike" cap="none" normalizeH="0" baseline="0" dirty="0">
                <a:ln>
                  <a:noFill/>
                </a:ln>
                <a:solidFill>
                  <a:schemeClr val="tx1"/>
                </a:solidFill>
                <a:effectLst/>
              </a:rPr>
              <a:t> Research confirms </a:t>
            </a:r>
            <a:r>
              <a:rPr kumimoji="0" lang="en-US" altLang="en-US" b="1" i="0" u="none" strike="noStrike" cap="none" normalizeH="0" baseline="0" dirty="0">
                <a:ln>
                  <a:noFill/>
                </a:ln>
                <a:solidFill>
                  <a:schemeClr val="tx1"/>
                </a:solidFill>
                <a:effectLst/>
              </a:rPr>
              <a:t>React.js</a:t>
            </a:r>
            <a:r>
              <a:rPr kumimoji="0" lang="en-US" altLang="en-US" b="0" i="0" u="none" strike="noStrike" cap="none" normalizeH="0" baseline="0" dirty="0">
                <a:ln>
                  <a:noFill/>
                </a:ln>
                <a:solidFill>
                  <a:schemeClr val="tx1"/>
                </a:solidFill>
                <a:effectLst/>
              </a:rPr>
              <a:t> (Single Page Applications) improves user retention by eliminating page reloads, essential for maintaining active chat sessions.</a:t>
            </a:r>
          </a:p>
        </p:txBody>
      </p:sp>
    </p:spTree>
    <p:extLst>
      <p:ext uri="{BB962C8B-B14F-4D97-AF65-F5344CB8AC3E}">
        <p14:creationId xmlns:p14="http://schemas.microsoft.com/office/powerpoint/2010/main" val="31299219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pPr marL="152400" algn="just">
              <a:lnSpc>
                <a:spcPct val="100000"/>
              </a:lnSpc>
              <a:spcBef>
                <a:spcPts val="0"/>
              </a:spcBef>
            </a:pPr>
            <a:r>
              <a:rPr lang="en-IN" sz="3200" b="1" dirty="0">
                <a:solidFill>
                  <a:schemeClr val="accent1">
                    <a:lumMod val="75000"/>
                  </a:schemeClr>
                </a:solidFill>
                <a:latin typeface="Times New Roman" panose="02020603050405020304" pitchFamily="18" charset="0"/>
                <a:cs typeface="Times New Roman" panose="02020603050405020304" pitchFamily="18" charset="0"/>
              </a:rPr>
              <a:t>Proposed System / Work</a:t>
            </a:r>
          </a:p>
        </p:txBody>
      </p:sp>
      <p:sp>
        <p:nvSpPr>
          <p:cNvPr id="3" name="Content Placeholder 2"/>
          <p:cNvSpPr>
            <a:spLocks noGrp="1"/>
          </p:cNvSpPr>
          <p:nvPr>
            <p:ph idx="1"/>
          </p:nvPr>
        </p:nvSpPr>
        <p:spPr>
          <a:xfrm>
            <a:off x="838200" y="1184367"/>
            <a:ext cx="10515600" cy="4058194"/>
          </a:xfrm>
        </p:spPr>
        <p:txBody>
          <a:bodyPr/>
          <a:lstStyle/>
          <a:p>
            <a:r>
              <a:rPr lang="en-US" b="1" dirty="0"/>
              <a:t>The Disconnect:</a:t>
            </a:r>
            <a:r>
              <a:rPr lang="en-US" dirty="0"/>
              <a:t> Sustainable energy products have complex technical specifications that confuse customers. "</a:t>
            </a:r>
            <a:r>
              <a:rPr lang="en-US" dirty="0" err="1"/>
              <a:t>Raghuraj</a:t>
            </a:r>
            <a:r>
              <a:rPr lang="en-US" dirty="0"/>
              <a:t>" currently relies on manual support, leading to slow response times and scalability issues during high traffic. </a:t>
            </a:r>
            <a:r>
              <a:rPr lang="en-US" b="1" dirty="0"/>
              <a:t>The Need:</a:t>
            </a:r>
            <a:r>
              <a:rPr lang="en-US" dirty="0"/>
              <a:t> A digital transformation is required to move from manual troubleshooting to an automated, instant, and accessible web-based AI solution.</a:t>
            </a:r>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11</a:t>
            </a:fld>
            <a:endParaRPr lang="en-US" altLang="en-US"/>
          </a:p>
        </p:txBody>
      </p:sp>
    </p:spTree>
    <p:extLst>
      <p:ext uri="{BB962C8B-B14F-4D97-AF65-F5344CB8AC3E}">
        <p14:creationId xmlns:p14="http://schemas.microsoft.com/office/powerpoint/2010/main" val="36114285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pPr marL="152400" algn="just">
              <a:lnSpc>
                <a:spcPct val="100000"/>
              </a:lnSpc>
              <a:spcBef>
                <a:spcPts val="0"/>
              </a:spcBef>
            </a:pPr>
            <a:r>
              <a:rPr lang="en-IN" sz="3200" b="1" dirty="0">
                <a:solidFill>
                  <a:schemeClr val="accent1">
                    <a:lumMod val="75000"/>
                  </a:schemeClr>
                </a:solidFill>
                <a:latin typeface="Times New Roman" panose="02020603050405020304" pitchFamily="18" charset="0"/>
                <a:cs typeface="Times New Roman" panose="02020603050405020304" pitchFamily="18" charset="0"/>
              </a:rPr>
              <a:t>Problem Statement</a:t>
            </a:r>
          </a:p>
        </p:txBody>
      </p:sp>
      <p:sp>
        <p:nvSpPr>
          <p:cNvPr id="3" name="Content Placeholder 2"/>
          <p:cNvSpPr>
            <a:spLocks noGrp="1"/>
          </p:cNvSpPr>
          <p:nvPr>
            <p:ph idx="1"/>
          </p:nvPr>
        </p:nvSpPr>
        <p:spPr>
          <a:xfrm>
            <a:off x="838200" y="1184367"/>
            <a:ext cx="10515600" cy="4058194"/>
          </a:xfrm>
        </p:spPr>
        <p:txBody>
          <a:bodyPr/>
          <a:lstStyle/>
          <a:p>
            <a:r>
              <a:rPr lang="en-US" b="1" dirty="0"/>
              <a:t>Overview:</a:t>
            </a:r>
            <a:r>
              <a:rPr lang="en-US" dirty="0"/>
              <a:t> A unified React.js website acting as a product showcase and an automated support agent. </a:t>
            </a:r>
            <a:r>
              <a:rPr lang="en-US" b="1" dirty="0"/>
              <a:t>Workflow:</a:t>
            </a:r>
            <a:endParaRPr lang="en-US" dirty="0"/>
          </a:p>
          <a:p>
            <a:r>
              <a:rPr lang="en-US" b="1" dirty="0"/>
              <a:t>Frontend:</a:t>
            </a:r>
            <a:r>
              <a:rPr lang="en-US" dirty="0"/>
              <a:t> Built on </a:t>
            </a:r>
            <a:r>
              <a:rPr lang="en-US" b="1" dirty="0"/>
              <a:t>React.js</a:t>
            </a:r>
            <a:r>
              <a:rPr lang="en-US" dirty="0"/>
              <a:t> for a responsive, smooth user interface.</a:t>
            </a:r>
          </a:p>
          <a:p>
            <a:r>
              <a:rPr lang="en-US" b="1" dirty="0"/>
              <a:t>AI Engine:</a:t>
            </a:r>
            <a:r>
              <a:rPr lang="en-US" dirty="0"/>
              <a:t> A </a:t>
            </a:r>
            <a:r>
              <a:rPr lang="en-US" b="1" dirty="0" err="1"/>
              <a:t>FastAPI</a:t>
            </a:r>
            <a:r>
              <a:rPr lang="en-US" dirty="0"/>
              <a:t> backend captures queries, searches internal PDF manuals (Vector Search), and uses </a:t>
            </a:r>
            <a:r>
              <a:rPr lang="en-US" b="1" dirty="0"/>
              <a:t>Gemini API</a:t>
            </a:r>
            <a:r>
              <a:rPr lang="en-US" dirty="0"/>
              <a:t> to generate accurate answers.</a:t>
            </a:r>
          </a:p>
          <a:p>
            <a:r>
              <a:rPr lang="en-US" b="1" dirty="0"/>
              <a:t>Integration:</a:t>
            </a:r>
            <a:r>
              <a:rPr lang="en-US" dirty="0"/>
              <a:t> The chatbot floats globally across the site, preserving conversation context while the user browses products.</a:t>
            </a:r>
          </a:p>
          <a:p>
            <a:pPr marL="0" indent="0">
              <a:buNone/>
            </a:pPr>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12</a:t>
            </a:fld>
            <a:endParaRPr lang="en-US" altLang="en-US"/>
          </a:p>
        </p:txBody>
      </p:sp>
    </p:spTree>
    <p:extLst>
      <p:ext uri="{BB962C8B-B14F-4D97-AF65-F5344CB8AC3E}">
        <p14:creationId xmlns:p14="http://schemas.microsoft.com/office/powerpoint/2010/main" val="22559501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pPr marL="152400" algn="just">
              <a:lnSpc>
                <a:spcPct val="100000"/>
              </a:lnSpc>
              <a:spcBef>
                <a:spcPts val="0"/>
              </a:spcBef>
            </a:pPr>
            <a:r>
              <a:rPr lang="en-IN" sz="3200" b="1" dirty="0">
                <a:solidFill>
                  <a:schemeClr val="accent1">
                    <a:lumMod val="75000"/>
                  </a:schemeClr>
                </a:solidFill>
                <a:latin typeface="Times New Roman" panose="02020603050405020304" pitchFamily="18" charset="0"/>
                <a:cs typeface="Times New Roman" panose="02020603050405020304" pitchFamily="18" charset="0"/>
              </a:rPr>
              <a:t>System Requirements</a:t>
            </a:r>
          </a:p>
        </p:txBody>
      </p:sp>
      <p:sp>
        <p:nvSpPr>
          <p:cNvPr id="3" name="Content Placeholder 2"/>
          <p:cNvSpPr>
            <a:spLocks noGrp="1"/>
          </p:cNvSpPr>
          <p:nvPr>
            <p:ph idx="1"/>
          </p:nvPr>
        </p:nvSpPr>
        <p:spPr>
          <a:xfrm>
            <a:off x="838200" y="1184367"/>
            <a:ext cx="10515600" cy="4058194"/>
          </a:xfrm>
        </p:spPr>
        <p:txBody>
          <a:bodyPr>
            <a:noAutofit/>
          </a:bodyPr>
          <a:lstStyle/>
          <a:p>
            <a:r>
              <a:rPr lang="en-IN" b="1" dirty="0"/>
              <a:t>Hardware:</a:t>
            </a:r>
            <a:endParaRPr lang="en-IN" dirty="0"/>
          </a:p>
          <a:p>
            <a:r>
              <a:rPr lang="en-IN" b="1" dirty="0"/>
              <a:t>CPU:</a:t>
            </a:r>
            <a:r>
              <a:rPr lang="en-IN" dirty="0"/>
              <a:t> Intel Core i5 / </a:t>
            </a:r>
            <a:r>
              <a:rPr lang="en-IN" dirty="0" err="1"/>
              <a:t>Ryzen</a:t>
            </a:r>
            <a:r>
              <a:rPr lang="en-IN" dirty="0"/>
              <a:t> 5 or better.</a:t>
            </a:r>
          </a:p>
          <a:p>
            <a:r>
              <a:rPr lang="en-IN" b="1" dirty="0"/>
              <a:t>RAM:</a:t>
            </a:r>
            <a:r>
              <a:rPr lang="en-IN" dirty="0"/>
              <a:t> 16GB (for local testing).</a:t>
            </a:r>
          </a:p>
          <a:p>
            <a:r>
              <a:rPr lang="en-IN" b="1" dirty="0"/>
              <a:t>Internet:</a:t>
            </a:r>
            <a:r>
              <a:rPr lang="en-IN" dirty="0"/>
              <a:t> High-speed connection for API latency.</a:t>
            </a:r>
          </a:p>
          <a:p>
            <a:endParaRPr lang="en-IN" dirty="0"/>
          </a:p>
          <a:p>
            <a:r>
              <a:rPr lang="en-IN" b="1" dirty="0"/>
              <a:t>Software:</a:t>
            </a:r>
            <a:endParaRPr lang="en-IN" dirty="0"/>
          </a:p>
          <a:p>
            <a:r>
              <a:rPr lang="en-IN" b="1" dirty="0"/>
              <a:t>Frontend:</a:t>
            </a:r>
            <a:r>
              <a:rPr lang="en-IN" dirty="0"/>
              <a:t> React.js, Tailwind CSS, Node.js.</a:t>
            </a:r>
          </a:p>
          <a:p>
            <a:r>
              <a:rPr lang="en-IN" b="1" dirty="0"/>
              <a:t>Backend:</a:t>
            </a:r>
            <a:r>
              <a:rPr lang="en-IN" dirty="0"/>
              <a:t> Python (</a:t>
            </a:r>
            <a:r>
              <a:rPr lang="en-IN" dirty="0" err="1"/>
              <a:t>FastAPI</a:t>
            </a:r>
            <a:r>
              <a:rPr lang="en-IN" dirty="0"/>
              <a:t>), PostgreSQL.</a:t>
            </a:r>
          </a:p>
          <a:p>
            <a:r>
              <a:rPr lang="en-IN" b="1" dirty="0"/>
              <a:t>AI:</a:t>
            </a:r>
            <a:r>
              <a:rPr lang="en-IN" dirty="0"/>
              <a:t> Google Gemini API, </a:t>
            </a:r>
            <a:r>
              <a:rPr lang="en-IN" dirty="0" err="1"/>
              <a:t>LangChain</a:t>
            </a:r>
            <a:r>
              <a:rPr lang="en-IN" dirty="0"/>
              <a:t>.</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13</a:t>
            </a:fld>
            <a:endParaRPr lang="en-US" altLang="en-US"/>
          </a:p>
        </p:txBody>
      </p:sp>
    </p:spTree>
    <p:extLst>
      <p:ext uri="{BB962C8B-B14F-4D97-AF65-F5344CB8AC3E}">
        <p14:creationId xmlns:p14="http://schemas.microsoft.com/office/powerpoint/2010/main" val="18402685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pPr marL="152400" algn="just">
              <a:lnSpc>
                <a:spcPct val="100000"/>
              </a:lnSpc>
              <a:spcBef>
                <a:spcPts val="0"/>
              </a:spcBef>
            </a:pPr>
            <a:r>
              <a:rPr lang="en-IN" sz="3200" b="1" dirty="0">
                <a:solidFill>
                  <a:schemeClr val="accent1">
                    <a:lumMod val="75000"/>
                  </a:schemeClr>
                </a:solidFill>
                <a:latin typeface="Times New Roman" panose="02020603050405020304" pitchFamily="18" charset="0"/>
                <a:cs typeface="Times New Roman" panose="02020603050405020304" pitchFamily="18" charset="0"/>
              </a:rPr>
              <a:t>Advantages of Proposed System/Work</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14</a:t>
            </a:fld>
            <a:endParaRPr lang="en-US" altLang="en-US"/>
          </a:p>
        </p:txBody>
      </p:sp>
      <p:sp>
        <p:nvSpPr>
          <p:cNvPr id="5" name="Rectangle 1">
            <a:extLst>
              <a:ext uri="{FF2B5EF4-FFF2-40B4-BE49-F238E27FC236}">
                <a16:creationId xmlns:a16="http://schemas.microsoft.com/office/drawing/2014/main" id="{A68F2648-A04A-08BF-EC4B-CAADB6E9D56D}"/>
              </a:ext>
            </a:extLst>
          </p:cNvPr>
          <p:cNvSpPr>
            <a:spLocks noGrp="1" noChangeArrowheads="1"/>
          </p:cNvSpPr>
          <p:nvPr>
            <p:ph idx="1"/>
          </p:nvPr>
        </p:nvSpPr>
        <p:spPr bwMode="auto">
          <a:xfrm>
            <a:off x="838200" y="1012954"/>
            <a:ext cx="10515600" cy="48320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rPr>
              <a:t>24/7 Availability:</a:t>
            </a:r>
            <a:r>
              <a:rPr kumimoji="0" lang="en-US" altLang="en-US" b="0" i="0" u="none" strike="noStrike" cap="none" normalizeH="0" baseline="0" dirty="0">
                <a:ln>
                  <a:noFill/>
                </a:ln>
                <a:solidFill>
                  <a:schemeClr val="tx1"/>
                </a:solidFill>
                <a:effectLst/>
              </a:rPr>
              <a:t> Instant technical support regardless of business hours.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rPr>
              <a:t>Scalability:</a:t>
            </a:r>
            <a:r>
              <a:rPr kumimoji="0" lang="en-US" altLang="en-US" b="0" i="0" u="none" strike="noStrike" cap="none" normalizeH="0" baseline="0" dirty="0">
                <a:ln>
                  <a:noFill/>
                </a:ln>
                <a:solidFill>
                  <a:schemeClr val="tx1"/>
                </a:solidFill>
                <a:effectLst/>
              </a:rPr>
              <a:t> Handles thousands of concurrent queries without extra hiring costs.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rPr>
              <a:t>Accuracy:</a:t>
            </a:r>
            <a:r>
              <a:rPr kumimoji="0" lang="en-US" altLang="en-US" b="0" i="0" u="none" strike="noStrike" cap="none" normalizeH="0" baseline="0" dirty="0">
                <a:ln>
                  <a:noFill/>
                </a:ln>
                <a:solidFill>
                  <a:schemeClr val="tx1"/>
                </a:solidFill>
                <a:effectLst/>
              </a:rPr>
              <a:t> RAG implementation ensures answers come strictly from official manuals, not AI hallucinations.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rPr>
              <a:t>Enhanced UX:</a:t>
            </a:r>
            <a:r>
              <a:rPr kumimoji="0" lang="en-US" altLang="en-US" b="0" i="0" u="none" strike="noStrike" cap="none" normalizeH="0" baseline="0" dirty="0">
                <a:ln>
                  <a:noFill/>
                </a:ln>
                <a:solidFill>
                  <a:schemeClr val="tx1"/>
                </a:solidFill>
                <a:effectLst/>
              </a:rPr>
              <a:t> React.js ensures a fast, app-like browsing experience without page reloads.</a:t>
            </a:r>
          </a:p>
        </p:txBody>
      </p:sp>
    </p:spTree>
    <p:extLst>
      <p:ext uri="{BB962C8B-B14F-4D97-AF65-F5344CB8AC3E}">
        <p14:creationId xmlns:p14="http://schemas.microsoft.com/office/powerpoint/2010/main" val="24997045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pPr marL="152400" algn="just">
              <a:lnSpc>
                <a:spcPct val="100000"/>
              </a:lnSpc>
              <a:spcBef>
                <a:spcPts val="0"/>
              </a:spcBef>
            </a:pPr>
            <a:r>
              <a:rPr lang="en-IN" sz="3200" b="1" dirty="0">
                <a:solidFill>
                  <a:schemeClr val="accent1">
                    <a:lumMod val="75000"/>
                  </a:schemeClr>
                </a:solidFill>
                <a:latin typeface="Times New Roman" panose="02020603050405020304" pitchFamily="18" charset="0"/>
                <a:cs typeface="Times New Roman" panose="02020603050405020304" pitchFamily="18" charset="0"/>
              </a:rPr>
              <a:t>System Design</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15</a:t>
            </a:fld>
            <a:endParaRPr lang="en-US" altLang="en-US"/>
          </a:p>
        </p:txBody>
      </p:sp>
      <p:sp>
        <p:nvSpPr>
          <p:cNvPr id="5" name="Rectangle 1">
            <a:extLst>
              <a:ext uri="{FF2B5EF4-FFF2-40B4-BE49-F238E27FC236}">
                <a16:creationId xmlns:a16="http://schemas.microsoft.com/office/drawing/2014/main" id="{8E5FFA7E-AADD-9FDF-A972-4C69CD5DBF7E}"/>
              </a:ext>
            </a:extLst>
          </p:cNvPr>
          <p:cNvSpPr>
            <a:spLocks noGrp="1" noChangeArrowheads="1"/>
          </p:cNvSpPr>
          <p:nvPr>
            <p:ph idx="1"/>
          </p:nvPr>
        </p:nvSpPr>
        <p:spPr bwMode="auto">
          <a:xfrm>
            <a:off x="702406" y="1184366"/>
            <a:ext cx="10787188"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Frontend (Client Layer):</a:t>
            </a:r>
            <a:r>
              <a:rPr kumimoji="0" lang="en-US" altLang="en-US" sz="1800" b="0" i="0" u="none" strike="noStrike" cap="none" normalizeH="0" baseline="0" dirty="0">
                <a:ln>
                  <a:noFill/>
                </a:ln>
                <a:solidFill>
                  <a:schemeClr val="tx1"/>
                </a:solidFill>
                <a:effectLst/>
                <a:latin typeface="Arial" panose="020B0604020202020204" pitchFamily="34" charset="0"/>
              </a:rPr>
              <a:t> A React.js Single Page Application (SPA) featuring a responsive product </a:t>
            </a:r>
            <a:endParaRPr lang="en-US" altLang="en-US" sz="1800" dirty="0">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catalog and a persistent, floating AI chat interface.</a:t>
            </a:r>
          </a:p>
          <a:p>
            <a:pPr marL="0" marR="0" lvl="0" indent="0" algn="just"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Backend (API Layer):</a:t>
            </a:r>
            <a:r>
              <a:rPr kumimoji="0" lang="en-US" altLang="en-US" sz="1800" b="0" i="0" u="none" strike="noStrike" cap="none" normalizeH="0" baseline="0" dirty="0">
                <a:ln>
                  <a:noFill/>
                </a:ln>
                <a:solidFill>
                  <a:schemeClr val="tx1"/>
                </a:solidFill>
                <a:effectLst/>
                <a:latin typeface="Arial" panose="020B0604020202020204" pitchFamily="34" charset="0"/>
              </a:rPr>
              <a:t> A Python-based </a:t>
            </a:r>
            <a:r>
              <a:rPr kumimoji="0" lang="en-US" altLang="en-US" sz="1800" b="0" i="0" u="none" strike="noStrike" cap="none" normalizeH="0" baseline="0" dirty="0" err="1">
                <a:ln>
                  <a:noFill/>
                </a:ln>
                <a:solidFill>
                  <a:schemeClr val="tx1"/>
                </a:solidFill>
                <a:effectLst/>
                <a:latin typeface="Arial" panose="020B0604020202020204" pitchFamily="34" charset="0"/>
              </a:rPr>
              <a:t>FastAPI</a:t>
            </a:r>
            <a:r>
              <a:rPr kumimoji="0" lang="en-US" altLang="en-US" sz="1800" b="0" i="0" u="none" strike="noStrike" cap="none" normalizeH="0" baseline="0" dirty="0">
                <a:ln>
                  <a:noFill/>
                </a:ln>
                <a:solidFill>
                  <a:schemeClr val="tx1"/>
                </a:solidFill>
                <a:effectLst/>
                <a:latin typeface="Arial" panose="020B0604020202020204" pitchFamily="34" charset="0"/>
              </a:rPr>
              <a:t> server to handle asynchronous client requests, </a:t>
            </a:r>
          </a:p>
          <a:p>
            <a:pPr marL="0" marR="0" lvl="0" indent="0" algn="just"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manage user sessions, and securely route data between the user and the AI.</a:t>
            </a:r>
          </a:p>
          <a:p>
            <a:pPr marL="0" marR="0" lvl="0" indent="0" algn="just"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AI Engine (Logic Layer):</a:t>
            </a:r>
            <a:r>
              <a:rPr kumimoji="0" lang="en-US" altLang="en-US" sz="1800" b="0" i="0" u="none" strike="noStrike" cap="none" normalizeH="0" baseline="0" dirty="0">
                <a:ln>
                  <a:noFill/>
                </a:ln>
                <a:solidFill>
                  <a:schemeClr val="tx1"/>
                </a:solidFill>
                <a:effectLst/>
                <a:latin typeface="Arial" panose="020B0604020202020204" pitchFamily="34" charset="0"/>
              </a:rPr>
              <a:t> A Retrieval-Augmented Generation (RAG) pipeline. It will use a vector search to scan internal company manuals for relevant technical data and feed that context to the Gemini API to generate highly accurate answers.</a:t>
            </a:r>
          </a:p>
          <a:p>
            <a:pPr marL="0" marR="0" lvl="0" indent="0" algn="just"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Database (Storage Layer):</a:t>
            </a:r>
            <a:r>
              <a:rPr kumimoji="0" lang="en-US" altLang="en-US" sz="1800" b="0" i="0" u="none" strike="noStrike" cap="none" normalizeH="0" baseline="0" dirty="0">
                <a:ln>
                  <a:noFill/>
                </a:ln>
                <a:solidFill>
                  <a:schemeClr val="tx1"/>
                </a:solidFill>
                <a:effectLst/>
                <a:latin typeface="Arial" panose="020B0604020202020204" pitchFamily="34" charset="0"/>
              </a:rPr>
              <a:t> A dual-database setup using PostgreSQL for structured product data and </a:t>
            </a:r>
          </a:p>
          <a:p>
            <a:pPr marL="0" marR="0" lvl="0" indent="0" algn="just"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chat logs, alongside a Vector Database (like Pinecone or </a:t>
            </a:r>
            <a:r>
              <a:rPr kumimoji="0" lang="en-US" altLang="en-US" sz="1800" b="0" i="0" u="none" strike="noStrike" cap="none" normalizeH="0" baseline="0" dirty="0" err="1">
                <a:ln>
                  <a:noFill/>
                </a:ln>
                <a:solidFill>
                  <a:schemeClr val="tx1"/>
                </a:solidFill>
                <a:effectLst/>
                <a:latin typeface="Arial" panose="020B0604020202020204" pitchFamily="34" charset="0"/>
              </a:rPr>
              <a:t>ChromaDB</a:t>
            </a:r>
            <a:r>
              <a:rPr kumimoji="0" lang="en-US" altLang="en-US" sz="1800" b="0" i="0" u="none" strike="noStrike" cap="none" normalizeH="0" baseline="0" dirty="0">
                <a:ln>
                  <a:noFill/>
                </a:ln>
                <a:solidFill>
                  <a:schemeClr val="tx1"/>
                </a:solidFill>
                <a:effectLst/>
                <a:latin typeface="Arial" panose="020B0604020202020204" pitchFamily="34" charset="0"/>
              </a:rPr>
              <a:t>) for storing the document embeddings.</a:t>
            </a:r>
          </a:p>
        </p:txBody>
      </p:sp>
    </p:spTree>
    <p:extLst>
      <p:ext uri="{BB962C8B-B14F-4D97-AF65-F5344CB8AC3E}">
        <p14:creationId xmlns:p14="http://schemas.microsoft.com/office/powerpoint/2010/main" val="5900938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pPr marL="152400" algn="just">
              <a:lnSpc>
                <a:spcPct val="100000"/>
              </a:lnSpc>
              <a:spcBef>
                <a:spcPts val="0"/>
              </a:spcBef>
            </a:pPr>
            <a:r>
              <a:rPr lang="en-IN" sz="3200" b="1" dirty="0">
                <a:solidFill>
                  <a:schemeClr val="accent1">
                    <a:lumMod val="75000"/>
                  </a:schemeClr>
                </a:solidFill>
                <a:latin typeface="Times New Roman" panose="02020603050405020304" pitchFamily="18" charset="0"/>
                <a:cs typeface="Times New Roman" panose="02020603050405020304" pitchFamily="18" charset="0"/>
              </a:rPr>
              <a:t>System Implementation (At least 50%)</a:t>
            </a:r>
          </a:p>
        </p:txBody>
      </p:sp>
      <p:sp>
        <p:nvSpPr>
          <p:cNvPr id="3" name="Content Placeholder 2"/>
          <p:cNvSpPr>
            <a:spLocks noGrp="1"/>
          </p:cNvSpPr>
          <p:nvPr>
            <p:ph idx="1"/>
          </p:nvPr>
        </p:nvSpPr>
        <p:spPr>
          <a:xfrm>
            <a:off x="838200" y="1184367"/>
            <a:ext cx="10515600" cy="4058194"/>
          </a:xfrm>
        </p:spPr>
        <p:txBody>
          <a:bodyPr>
            <a:noAutofit/>
          </a:bodyPr>
          <a:lstStyle/>
          <a:p>
            <a:r>
              <a:rPr lang="en-US" sz="1400" b="1" dirty="0"/>
              <a:t>* Confidentiality Notice:</a:t>
            </a:r>
            <a:r>
              <a:rPr lang="en-US" sz="1400" dirty="0"/>
              <a:t> In compliance with company Non-Disclosure Agreements (NDA), proprietary source code, internal client data, and custom AI logic are omitted. The following outlines the high-level technical execution and architectural progress. *</a:t>
            </a:r>
          </a:p>
          <a:p>
            <a:pPr marL="0" indent="0">
              <a:buNone/>
            </a:pPr>
            <a:r>
              <a:rPr lang="en-US" sz="1400" b="1" dirty="0"/>
              <a:t>Current Implementation Progress:</a:t>
            </a:r>
            <a:endParaRPr lang="en-US" sz="1400" dirty="0"/>
          </a:p>
          <a:p>
            <a:r>
              <a:rPr lang="en-US" sz="1400" b="1" dirty="0"/>
              <a:t>Frontend Development (React.js):</a:t>
            </a:r>
            <a:endParaRPr lang="en-US" sz="1400" dirty="0"/>
          </a:p>
          <a:p>
            <a:pPr lvl="1"/>
            <a:r>
              <a:rPr lang="en-US" sz="1400" dirty="0"/>
              <a:t>Initialized the core Single Page Application (SPA) architecture and routing.</a:t>
            </a:r>
          </a:p>
          <a:p>
            <a:pPr lvl="1"/>
            <a:r>
              <a:rPr lang="en-US" sz="1400" dirty="0"/>
              <a:t>Implemented responsive UI components for the product catalog using Tailwind CSS.</a:t>
            </a:r>
          </a:p>
          <a:p>
            <a:pPr lvl="1"/>
            <a:r>
              <a:rPr lang="en-US" sz="1400" dirty="0"/>
              <a:t>Developed the foundational interface for the floating chatbot widget, including local state management for chat sessions.</a:t>
            </a:r>
          </a:p>
          <a:p>
            <a:r>
              <a:rPr lang="en-US" sz="1400" b="1" dirty="0"/>
              <a:t>Backend Engineering (Python/</a:t>
            </a:r>
            <a:r>
              <a:rPr lang="en-US" sz="1400" b="1" dirty="0" err="1"/>
              <a:t>FastAPI</a:t>
            </a:r>
            <a:r>
              <a:rPr lang="en-US" sz="1400" b="1" dirty="0"/>
              <a:t>):</a:t>
            </a:r>
            <a:endParaRPr lang="en-US" sz="1400" dirty="0"/>
          </a:p>
          <a:p>
            <a:pPr lvl="1"/>
            <a:r>
              <a:rPr lang="en-US" sz="1400" dirty="0"/>
              <a:t>Established the primary server environment and configured asynchronous RESTful API routes.</a:t>
            </a:r>
          </a:p>
          <a:p>
            <a:pPr lvl="1"/>
            <a:r>
              <a:rPr lang="en-US" sz="1400" dirty="0"/>
              <a:t>Created secure endpoints to receive user queries and handle client-server data transfer.</a:t>
            </a:r>
          </a:p>
          <a:p>
            <a:r>
              <a:rPr lang="en-US" sz="1400" b="1" dirty="0"/>
              <a:t>Database Integration (PostgreSQL):</a:t>
            </a:r>
            <a:endParaRPr lang="en-US" sz="1400" dirty="0"/>
          </a:p>
          <a:p>
            <a:pPr lvl="1"/>
            <a:r>
              <a:rPr lang="en-US" sz="1400" dirty="0"/>
              <a:t>Deployed the initial relational database schemas to manage product specifications and application logs.</a:t>
            </a:r>
          </a:p>
          <a:p>
            <a:r>
              <a:rPr lang="en-US" sz="1400" b="1" dirty="0"/>
              <a:t>AI &amp; RAG Pipeline Setup (Gemini API &amp; </a:t>
            </a:r>
            <a:r>
              <a:rPr lang="en-US" sz="1400" b="1" dirty="0" err="1"/>
              <a:t>LangChain</a:t>
            </a:r>
            <a:r>
              <a:rPr lang="en-US" sz="1400" b="1" dirty="0"/>
              <a:t>):</a:t>
            </a:r>
            <a:endParaRPr lang="en-US" sz="1400" dirty="0"/>
          </a:p>
          <a:p>
            <a:pPr lvl="1"/>
            <a:r>
              <a:rPr lang="en-US" sz="1400" dirty="0"/>
              <a:t>Configured the baseline API integration for Large Language Model processing.</a:t>
            </a:r>
          </a:p>
          <a:p>
            <a:pPr lvl="1"/>
            <a:r>
              <a:rPr lang="en-US" sz="1400" dirty="0"/>
              <a:t>Drafted the document-loading pipeline to parse sample technical PDFs into processable text chunks.</a:t>
            </a:r>
          </a:p>
          <a:p>
            <a:pPr lvl="1"/>
            <a:r>
              <a:rPr lang="en-US" sz="1400" dirty="0"/>
              <a:t>Initialized the Vector Database environment for future text embedding and retrieval.</a:t>
            </a:r>
          </a:p>
          <a:p>
            <a:pPr marL="0" indent="0">
              <a:buNone/>
            </a:pPr>
            <a:endParaRPr lang="en-IN" sz="14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16</a:t>
            </a:fld>
            <a:endParaRPr lang="en-US" altLang="en-US"/>
          </a:p>
        </p:txBody>
      </p:sp>
    </p:spTree>
    <p:extLst>
      <p:ext uri="{BB962C8B-B14F-4D97-AF65-F5344CB8AC3E}">
        <p14:creationId xmlns:p14="http://schemas.microsoft.com/office/powerpoint/2010/main" val="3183730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96311"/>
          </a:xfrm>
        </p:spPr>
        <p:txBody>
          <a:bodyPr/>
          <a:lstStyle/>
          <a:p>
            <a:r>
              <a:rPr lang="en-US" sz="3200" b="1" dirty="0">
                <a:solidFill>
                  <a:srgbClr val="0070C0"/>
                </a:solidFill>
                <a:latin typeface="Times New Roman" panose="02020603050405020304" pitchFamily="18" charset="0"/>
                <a:cs typeface="Times New Roman" panose="02020603050405020304" pitchFamily="18" charset="0"/>
              </a:rPr>
              <a:t>Internship Road Map</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17</a:t>
            </a:fld>
            <a:endParaRPr lang="en-US" altLang="en-US"/>
          </a:p>
        </p:txBody>
      </p:sp>
      <p:graphicFrame>
        <p:nvGraphicFramePr>
          <p:cNvPr id="8" name="Content Placeholder 7"/>
          <p:cNvGraphicFramePr>
            <a:graphicFrameLocks noGrp="1"/>
          </p:cNvGraphicFramePr>
          <p:nvPr>
            <p:ph idx="1"/>
            <p:extLst>
              <p:ext uri="{D42A27DB-BD31-4B8C-83A1-F6EECF244321}">
                <p14:modId xmlns:p14="http://schemas.microsoft.com/office/powerpoint/2010/main" val="302759842"/>
              </p:ext>
            </p:extLst>
          </p:nvPr>
        </p:nvGraphicFramePr>
        <p:xfrm>
          <a:off x="838200" y="1210491"/>
          <a:ext cx="10515600" cy="405819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TextBox 5"/>
          <p:cNvSpPr txBox="1"/>
          <p:nvPr/>
        </p:nvSpPr>
        <p:spPr>
          <a:xfrm>
            <a:off x="470371" y="901298"/>
            <a:ext cx="6948890" cy="369332"/>
          </a:xfrm>
          <a:prstGeom prst="rect">
            <a:avLst/>
          </a:prstGeom>
          <a:noFill/>
        </p:spPr>
        <p:txBody>
          <a:bodyPr wrap="none" rtlCol="0">
            <a:spAutoFit/>
          </a:bodyPr>
          <a:lstStyle/>
          <a:p>
            <a:r>
              <a:rPr lang="en-GB" dirty="0">
                <a:solidFill>
                  <a:srgbClr val="0070C0"/>
                </a:solidFill>
              </a:rPr>
              <a:t>Note: Write in the below table what u will be achieving in each review</a:t>
            </a:r>
          </a:p>
        </p:txBody>
      </p:sp>
    </p:spTree>
    <p:extLst>
      <p:ext uri="{BB962C8B-B14F-4D97-AF65-F5344CB8AC3E}">
        <p14:creationId xmlns:p14="http://schemas.microsoft.com/office/powerpoint/2010/main" val="34971002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96311"/>
          </a:xfrm>
        </p:spPr>
        <p:txBody>
          <a:bodyPr/>
          <a:lstStyle/>
          <a:p>
            <a:r>
              <a:rPr lang="en-US" sz="3200" b="1" dirty="0">
                <a:solidFill>
                  <a:srgbClr val="0070C0"/>
                </a:solidFill>
                <a:latin typeface="Times New Roman" panose="02020603050405020304" pitchFamily="18" charset="0"/>
                <a:cs typeface="Times New Roman" panose="02020603050405020304" pitchFamily="18" charset="0"/>
              </a:rPr>
              <a:t>Github Link</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18</a:t>
            </a:fld>
            <a:endParaRPr lang="en-US" altLang="en-US"/>
          </a:p>
        </p:txBody>
      </p:sp>
      <p:sp>
        <p:nvSpPr>
          <p:cNvPr id="3" name="Content Placeholder 2"/>
          <p:cNvSpPr>
            <a:spLocks noGrp="1"/>
          </p:cNvSpPr>
          <p:nvPr>
            <p:ph idx="1"/>
          </p:nvPr>
        </p:nvSpPr>
        <p:spPr>
          <a:xfrm>
            <a:off x="446308" y="1061297"/>
            <a:ext cx="10515600" cy="4351338"/>
          </a:xfrm>
        </p:spPr>
        <p:txBody>
          <a:bodyPr/>
          <a:lstStyle/>
          <a:p>
            <a:r>
              <a:rPr lang="en-US" dirty="0"/>
              <a:t>https://github.com/ratishgurav/CSE7302-INTERNSHIP</a:t>
            </a:r>
          </a:p>
        </p:txBody>
      </p:sp>
    </p:spTree>
    <p:extLst>
      <p:ext uri="{BB962C8B-B14F-4D97-AF65-F5344CB8AC3E}">
        <p14:creationId xmlns:p14="http://schemas.microsoft.com/office/powerpoint/2010/main" val="2956213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a:solidFill>
            <a:schemeClr val="accent1">
              <a:lumMod val="50000"/>
            </a:schemeClr>
          </a:solidFill>
        </p:spPr>
        <p:txBody>
          <a:bodyPr/>
          <a:lstStyle/>
          <a:p>
            <a:pPr marL="0" indent="0" algn="ctr">
              <a:buNone/>
            </a:pPr>
            <a:endParaRPr lang="en-US" sz="6600" dirty="0">
              <a:solidFill>
                <a:srgbClr val="FFFF00"/>
              </a:solidFill>
              <a:latin typeface="Times New Roman" panose="02020603050405020304" pitchFamily="18" charset="0"/>
              <a:cs typeface="Times New Roman" panose="02020603050405020304" pitchFamily="18" charset="0"/>
            </a:endParaRPr>
          </a:p>
          <a:p>
            <a:pPr marL="0" indent="0" algn="ctr">
              <a:buNone/>
            </a:pPr>
            <a:r>
              <a:rPr lang="en-US" sz="6600" dirty="0">
                <a:solidFill>
                  <a:srgbClr val="FFFF00"/>
                </a:solidFill>
                <a:latin typeface="Times New Roman" panose="02020603050405020304" pitchFamily="18" charset="0"/>
                <a:cs typeface="Times New Roman" panose="02020603050405020304" pitchFamily="18" charset="0"/>
              </a:rPr>
              <a:t>  </a:t>
            </a:r>
            <a:r>
              <a:rPr lang="en-US" sz="6600" dirty="0">
                <a:solidFill>
                  <a:schemeClr val="accent2">
                    <a:lumMod val="40000"/>
                    <a:lumOff val="60000"/>
                  </a:schemeClr>
                </a:solidFill>
                <a:latin typeface="Times New Roman" panose="02020603050405020304" pitchFamily="18" charset="0"/>
                <a:cs typeface="Times New Roman" panose="02020603050405020304" pitchFamily="18" charset="0"/>
              </a:rPr>
              <a:t>Q&amp;A</a:t>
            </a:r>
          </a:p>
          <a:p>
            <a:pPr marL="0" indent="0" algn="ctr">
              <a:buNone/>
            </a:pPr>
            <a:endParaRPr lang="en-US" sz="6600" dirty="0">
              <a:solidFill>
                <a:srgbClr val="A71180"/>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latin typeface="Times New Roman" panose="02020603050405020304" pitchFamily="18" charset="0"/>
                <a:cs typeface="Times New Roman" panose="02020603050405020304" pitchFamily="18" charset="0"/>
              </a:rPr>
              <a:pPr>
                <a:defRPr/>
              </a:pPr>
              <a:t>19</a:t>
            </a:fld>
            <a:endParaRPr lang="en-US" altLang="en-US">
              <a:latin typeface="Times New Roman" panose="02020603050405020304" pitchFamily="18" charset="0"/>
              <a:cs typeface="Times New Roman" panose="02020603050405020304" pitchFamily="18" charset="0"/>
            </a:endParaRPr>
          </a:p>
        </p:txBody>
      </p:sp>
      <p:pic>
        <p:nvPicPr>
          <p:cNvPr id="5" name="Picture 7" descr="bd04924_"/>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005253" y="2150340"/>
            <a:ext cx="2841170" cy="3832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75465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547258"/>
            <a:ext cx="10515600" cy="1214846"/>
          </a:xfrm>
        </p:spPr>
        <p:txBody>
          <a:bodyPr/>
          <a:lstStyle/>
          <a:p>
            <a:pPr marL="0" indent="0" algn="ctr">
              <a:buNone/>
            </a:pPr>
            <a:r>
              <a:rPr lang="en-US" sz="6600" dirty="0">
                <a:solidFill>
                  <a:srgbClr val="A71180"/>
                </a:solidFill>
                <a:latin typeface="Times New Roman" panose="02020603050405020304" pitchFamily="18" charset="0"/>
                <a:cs typeface="Times New Roman" panose="02020603050405020304" pitchFamily="18" charset="0"/>
              </a:rPr>
              <a:t>Thank you !!</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20</a:t>
            </a:fld>
            <a:endParaRPr lang="en-US" altLang="en-US"/>
          </a:p>
        </p:txBody>
      </p:sp>
    </p:spTree>
    <p:extLst>
      <p:ext uri="{BB962C8B-B14F-4D97-AF65-F5344CB8AC3E}">
        <p14:creationId xmlns:p14="http://schemas.microsoft.com/office/powerpoint/2010/main" val="69660596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7228</TotalTime>
  <Words>1346</Words>
  <Application>Microsoft Office PowerPoint</Application>
  <PresentationFormat>Widescreen</PresentationFormat>
  <Paragraphs>156</Paragraphs>
  <Slides>20</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20</vt:i4>
      </vt:variant>
    </vt:vector>
  </HeadingPairs>
  <TitlesOfParts>
    <vt:vector size="28" baseType="lpstr">
      <vt:lpstr>Arial</vt:lpstr>
      <vt:lpstr>Calibri</vt:lpstr>
      <vt:lpstr>Calibri Light</vt:lpstr>
      <vt:lpstr>Cambria</vt:lpstr>
      <vt:lpstr>Times New Roman</vt:lpstr>
      <vt:lpstr>Verdana</vt:lpstr>
      <vt:lpstr>Wingdings</vt:lpstr>
      <vt:lpstr>Office Theme</vt:lpstr>
      <vt:lpstr>PowerPoint Presentation</vt:lpstr>
      <vt:lpstr>Content</vt:lpstr>
      <vt:lpstr>About Company or Organization</vt:lpstr>
      <vt:lpstr>About Company or Organization</vt:lpstr>
      <vt:lpstr>About Company or Organization</vt:lpstr>
      <vt:lpstr>Working domain or the technology</vt:lpstr>
      <vt:lpstr>About your team and reporting Manager</vt:lpstr>
      <vt:lpstr>Challenges Faced in Internship</vt:lpstr>
      <vt:lpstr>Objectives of the work</vt:lpstr>
      <vt:lpstr>Literature Review</vt:lpstr>
      <vt:lpstr>Proposed System / Work</vt:lpstr>
      <vt:lpstr>Problem Statement</vt:lpstr>
      <vt:lpstr>System Requirements</vt:lpstr>
      <vt:lpstr>Advantages of Proposed System/Work</vt:lpstr>
      <vt:lpstr>System Design</vt:lpstr>
      <vt:lpstr>System Implementation (At least 50%)</vt:lpstr>
      <vt:lpstr>Internship Road Map</vt:lpstr>
      <vt:lpstr>Github Link</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Gopalakrishnan N-Asst. Prof-CIV</dc:creator>
  <cp:lastModifiedBy>Ratish Gurav</cp:lastModifiedBy>
  <cp:revision>724</cp:revision>
  <dcterms:created xsi:type="dcterms:W3CDTF">2022-10-14T07:18:17Z</dcterms:created>
  <dcterms:modified xsi:type="dcterms:W3CDTF">2026-02-27T12:51:22Z</dcterms:modified>
</cp:coreProperties>
</file>